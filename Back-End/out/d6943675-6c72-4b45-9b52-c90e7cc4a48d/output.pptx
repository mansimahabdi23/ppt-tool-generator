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4003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iMocha AI Presentation Studio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FF4A00"/>
                </a:solidFill>
                <a:latin typeface="Playfair Display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7300"/>
            <a:ext cx="10963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Poppins"/>
              </a:rPr>
              <a:t>01  Introduction &amp; Context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02  Key Findings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03  Data &amp; Insights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04  Recommendations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05  Next Steps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Hiring quality improved 34% with structured assessment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Time-to-hire reduced by 2.1 weeks on average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Candidate experience scores increased to 4.6 / 5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[ INFOGRAPHIC REGION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Assessment Performance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Source: iMocha platform data, Q1-Q3 2024  |  n = 12 400 candidates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[ INFOGRAPHIC REGION ]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4A00"/>
            </a:gs>
            <a:gs pos="100000">
              <a:srgbClr val="481AE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0574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Thank You</a:t>
            </a:r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ocha 2024">
      <a:dk1>
        <a:srgbClr val="111827"/>
      </a:dk1>
      <a:lt1>
        <a:srgbClr val="FFFFFF"/>
      </a:lt1>
      <a:dk2>
        <a:srgbClr val="481AEC"/>
      </a:dk2>
      <a:lt2>
        <a:srgbClr val="F3F4F6"/>
      </a:lt2>
      <a:accent1>
        <a:srgbClr val="FF4A00"/>
      </a:accent1>
      <a:accent2>
        <a:srgbClr val="FD5B0E"/>
      </a:accent2>
      <a:accent3>
        <a:srgbClr val="7C3AED"/>
      </a:accent3>
      <a:accent4>
        <a:srgbClr val="6366F1"/>
      </a:accent4>
      <a:accent5>
        <a:srgbClr val="EDE9FE"/>
      </a:accent5>
      <a:accent6>
        <a:srgbClr val="5B21B6"/>
      </a:accent6>
      <a:hlink>
        <a:srgbClr val="481AEC"/>
      </a:hlink>
      <a:folHlink>
        <a:srgbClr val="7C3AED"/>
      </a:folHlink>
    </a:clrScheme>
    <a:fontScheme name="iMocha Brand">
      <a:majorFont>
        <a:latin typeface="Playfair Display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