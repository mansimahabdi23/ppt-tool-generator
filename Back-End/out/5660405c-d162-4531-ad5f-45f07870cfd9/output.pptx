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400300"/>
            <a:ext cx="990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>
                <a:solidFill>
                  <a:srgbClr val="FFFFFF"/>
                </a:solidFill>
                <a:latin typeface="Playfair Display"/>
              </a:rPr>
              <a:t>iMocha Test Deck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57900"/>
            <a:ext cx="1175657" cy="342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Mocha 2024">
      <a:dk1>
        <a:srgbClr val="111827"/>
      </a:dk1>
      <a:lt1>
        <a:srgbClr val="FFFFFF"/>
      </a:lt1>
      <a:dk2>
        <a:srgbClr val="481AEC"/>
      </a:dk2>
      <a:lt2>
        <a:srgbClr val="F3F4F6"/>
      </a:lt2>
      <a:accent1>
        <a:srgbClr val="FF4A00"/>
      </a:accent1>
      <a:accent2>
        <a:srgbClr val="FD5B0E"/>
      </a:accent2>
      <a:accent3>
        <a:srgbClr val="7C3AED"/>
      </a:accent3>
      <a:accent4>
        <a:srgbClr val="6366F1"/>
      </a:accent4>
      <a:accent5>
        <a:srgbClr val="EDE9FE"/>
      </a:accent5>
      <a:accent6>
        <a:srgbClr val="5B21B6"/>
      </a:accent6>
      <a:hlink>
        <a:srgbClr val="481AEC"/>
      </a:hlink>
      <a:folHlink>
        <a:srgbClr val="7C3AED"/>
      </a:folHlink>
    </a:clrScheme>
    <a:fontScheme name="iMocha Brand">
      <a:majorFont>
        <a:latin typeface="Playfair Display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