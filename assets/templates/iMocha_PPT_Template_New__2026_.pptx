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67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3"/>
  </p:normalViewPr>
  <p:slideViewPr>
    <p:cSldViewPr snapToGrid="0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0ED4-511B-0ABC-ABD1-7F4C42022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64CB9-4ED9-ADDD-DE03-7FC65C06E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FF034-2461-09F0-7508-8F59F3A3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C62D9-1A8F-7119-2994-F2EC1794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EDD2B-C89A-B775-DC55-B66C4007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6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805F-D419-3DA6-B072-4172B672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5C8B4-A5B6-A1F9-F78B-A1538EAE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F028A-A45E-2D8C-A508-388A57C8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9E48D-F151-719D-8276-952894AF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54A8-2A67-CA0B-B15A-50E8C6B1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9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F9B9-F257-EAF3-845B-AAF6FD57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C56F7-CBD3-7B61-855B-2E41D7FA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16502-5F7B-5BAB-E3FB-C8B42479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94E8-EE98-7240-16A8-488FF22C0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071C0-26A2-6FEA-C258-A402B464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4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65F4-B8F3-482C-3476-31A42B57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B8D2-456B-4972-1DC1-A2ADD09BC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A01D6-04B2-B56A-3C5A-C300EF8BD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A1EE8-7583-9332-053F-92748FED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636D-342F-6D28-650B-A21903A6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BC243-00BE-89C9-172D-F078F3D3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3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C52-ED26-134A-76DD-C04BF287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88ECF-3418-2085-D0E7-BD4F76E8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15F51-AC2A-34A7-F7A2-1250A2DCD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D2788-A87D-B980-492D-DE3183358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23017-C2B3-E98E-B4B4-BC34DC2E9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0CCEB-963A-D4EF-33E2-61D0DE13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E6CC3-5129-E87E-1370-3E20AF32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797F4-DB83-092B-A2F8-689430F6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3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96C3-06B3-539A-20E9-BEC85485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5D4F2-FAA1-695F-CBD3-0D88292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89052-ECF2-8D39-CC58-8456C170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7F135-1488-D35A-0425-6D3D70C7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251E9-1DE6-6387-C0B4-D92D1190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C3EDF-7BBD-286A-FAE5-D67FF697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F23E0-2521-CEAA-5C1D-1C0290AD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5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D24F-49C8-56AB-7427-A91D0B05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4A00E-1FDE-3218-5177-267F7386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65C63-A94A-1602-9583-15A017BD2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09A0B-509D-CF1F-7FB5-18E75D10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EF770-80DA-9EDB-C8AB-A131F916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B24E5-1640-27A4-4482-22EEB5C3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47C-7D37-B2F8-9FE5-0275799B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51A4D-FDB9-9781-34AD-FEA22B841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430D-A073-603B-2CCA-F9280F5CB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15AB-E797-4E91-11B7-51BAB170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D2222-3C68-7256-9C28-9AA5FAF7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99A75-AFE4-E866-4273-67F31B4E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9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5CD2-A8BB-966D-1D29-DAB325EF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D30ED-F18F-6552-F1A8-EDCFAECFE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813DD-64FB-4701-BAFB-2DCD37D0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06E8F-5126-7337-FD6D-122D069C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C59A-0211-D4BE-228C-C2FEC974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536038-D82E-6ADA-566A-0B1D998A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4CCAD-344B-A25F-A0B1-72F9362D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84CF4-8849-7C04-0B02-F56E638B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B82F-4EA3-44BA-DE25-24ADC0CC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8E1FB-CE1F-D6D8-8F5D-BB2DDC0F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6A825-F65E-2455-CD10-C103D3DA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B85F7-90DC-166D-54DA-EF2D0BFC0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826CD-AFBF-69DF-B799-902F42BE0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EDDEF-49CF-8940-B63B-0E673F77F5A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6B4C-34AF-B35A-7ED9-B70AA8382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EC6CC-9656-A763-E4AB-B7FA1B3BC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7016-3D85-634D-89F5-1C6E6ECB8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5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9D21EA7B-DA5A-27BE-E8A9-04C284966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799"/>
          <a:stretch>
            <a:fillRect/>
          </a:stretch>
        </p:blipFill>
        <p:spPr>
          <a:xfrm>
            <a:off x="0" y="0"/>
            <a:ext cx="1217217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B978F2-4C13-A32E-8229-92E1E59D44C9}"/>
              </a:ext>
            </a:extLst>
          </p:cNvPr>
          <p:cNvSpPr txBox="1"/>
          <p:nvPr/>
        </p:nvSpPr>
        <p:spPr>
          <a:xfrm>
            <a:off x="595311" y="2236437"/>
            <a:ext cx="53900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5B0E"/>
                </a:solidFill>
                <a:latin typeface="Playfair Display" pitchFamily="2" charset="77"/>
              </a:rPr>
              <a:t>&lt;Cover Slide</a:t>
            </a:r>
          </a:p>
          <a:p>
            <a:r>
              <a:rPr lang="en-US" sz="4400" dirty="0">
                <a:solidFill>
                  <a:srgbClr val="FD5B0E"/>
                </a:solidFill>
                <a:latin typeface="Playfair Display" pitchFamily="2" charset="77"/>
              </a:rPr>
              <a:t>Heading Text&gt;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65D87A-7655-1238-53D4-C5F83F43DB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10" y="671722"/>
            <a:ext cx="2508250" cy="7359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7D0804-6407-38E7-36C5-1CB53891E4EB}"/>
              </a:ext>
            </a:extLst>
          </p:cNvPr>
          <p:cNvSpPr txBox="1"/>
          <p:nvPr/>
        </p:nvSpPr>
        <p:spPr>
          <a:xfrm>
            <a:off x="595313" y="3689486"/>
            <a:ext cx="4326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&lt;Cover Slide subheading and description&gt;</a:t>
            </a:r>
          </a:p>
        </p:txBody>
      </p:sp>
      <p:pic>
        <p:nvPicPr>
          <p:cNvPr id="11" name="Picture 10" descr="A person and person smiling for a picture&#10;&#10;AI-generated content may be incorrect.">
            <a:extLst>
              <a:ext uri="{FF2B5EF4-FFF2-40B4-BE49-F238E27FC236}">
                <a16:creationId xmlns:a16="http://schemas.microsoft.com/office/drawing/2014/main" id="{A4EA4AA4-567D-7EE4-1344-8BB15EA99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699" y="1747701"/>
            <a:ext cx="6698477" cy="51102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751796-8DD3-9072-991A-955A79BCE08E}"/>
              </a:ext>
            </a:extLst>
          </p:cNvPr>
          <p:cNvSpPr/>
          <p:nvPr/>
        </p:nvSpPr>
        <p:spPr>
          <a:xfrm>
            <a:off x="707229" y="5700717"/>
            <a:ext cx="1028700" cy="5715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0F274B-E57B-CD6F-C4E7-E405D6BA4206}"/>
              </a:ext>
            </a:extLst>
          </p:cNvPr>
          <p:cNvSpPr txBox="1"/>
          <p:nvPr/>
        </p:nvSpPr>
        <p:spPr>
          <a:xfrm>
            <a:off x="595310" y="5833769"/>
            <a:ext cx="5500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&lt;Deck Name&gt;</a:t>
            </a:r>
          </a:p>
        </p:txBody>
      </p:sp>
    </p:spTree>
    <p:extLst>
      <p:ext uri="{BB962C8B-B14F-4D97-AF65-F5344CB8AC3E}">
        <p14:creationId xmlns:p14="http://schemas.microsoft.com/office/powerpoint/2010/main" val="83227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9E16-75F7-632C-7C3A-C93D452A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7707-50F9-BD5E-FFBE-F7938C25E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54511-6598-4D7C-AF70-1CD7C88A91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B7523-0A5E-0569-CBCA-58CD003D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03" r="236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EC21B5-B960-CBDE-E666-F664796EC089}"/>
              </a:ext>
            </a:extLst>
          </p:cNvPr>
          <p:cNvSpPr txBox="1"/>
          <p:nvPr/>
        </p:nvSpPr>
        <p:spPr>
          <a:xfrm>
            <a:off x="3875659" y="3186797"/>
            <a:ext cx="4440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&lt;Divider Slide&gt;</a:t>
            </a:r>
          </a:p>
        </p:txBody>
      </p:sp>
    </p:spTree>
    <p:extLst>
      <p:ext uri="{BB962C8B-B14F-4D97-AF65-F5344CB8AC3E}">
        <p14:creationId xmlns:p14="http://schemas.microsoft.com/office/powerpoint/2010/main" val="423356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D4CE-FD16-3323-A08C-5317D07D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6DE8A0BE-AAF3-3D11-C59D-79A8171EF1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A0C7D2-21B3-BDF8-3F01-AAA4F8CBB751}"/>
              </a:ext>
            </a:extLst>
          </p:cNvPr>
          <p:cNvSpPr txBox="1"/>
          <p:nvPr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A01B-FADE-4A38-93F6-80985DDB8D2C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3</a:t>
            </a:fld>
            <a:endParaRPr lang="en-US" sz="1200" dirty="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E9938-6BAD-520B-DA8F-2CDB5D9B0AF4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511C87-A805-6625-A74D-1FA8389B2AAC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7CF2B-DCFD-9FF8-832F-19701294A31F}"/>
              </a:ext>
            </a:extLst>
          </p:cNvPr>
          <p:cNvSpPr txBox="1"/>
          <p:nvPr/>
        </p:nvSpPr>
        <p:spPr>
          <a:xfrm>
            <a:off x="12663814" y="54738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4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8665-9471-1EB8-7975-4F10A1C3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7E96B6-218A-F34B-AE77-3531EECB410E}"/>
              </a:ext>
            </a:extLst>
          </p:cNvPr>
          <p:cNvSpPr/>
          <p:nvPr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DDD33FD2-1FF0-162A-2ED8-B9B953AEA1E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21C2A-77A1-138B-5A7C-F6E6A442EED2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35BF1-4B29-2D8F-4E53-800D911A7736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4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6B84C-21BD-1F76-10EF-2DC95BAE2B9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2FD2B-C2DB-BCEC-6655-2A39A964A8C4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310968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A27C-F2B0-FF6E-4455-DAA23EB3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F64D38-2DBF-8DF4-4616-1492B52A2E13}"/>
              </a:ext>
            </a:extLst>
          </p:cNvPr>
          <p:cNvSpPr/>
          <p:nvPr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01F6C50B-6E46-D5B3-89BC-2DB356073D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6BC900-DEFC-5BC4-97CA-9574B769ECEB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35479-C49F-3489-50E1-685664378D78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5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17BB3-940F-11B4-CEAA-8B46D7A662A7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</p:spTree>
    <p:extLst>
      <p:ext uri="{BB962C8B-B14F-4D97-AF65-F5344CB8AC3E}">
        <p14:creationId xmlns:p14="http://schemas.microsoft.com/office/powerpoint/2010/main" val="142713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9A35-24AC-84DC-8F73-BF9464D5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221818C7-90D7-D126-92DC-D13B6E745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4DA5CF-EF66-B167-DD48-277F8A38E2C4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BD9F62-3BC1-B87B-1B9B-DC4D73839E58}"/>
              </a:ext>
            </a:extLst>
          </p:cNvPr>
          <p:cNvSpPr/>
          <p:nvPr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5C891B-BA5C-EF1C-9013-4E48F0D5AB92}"/>
              </a:ext>
            </a:extLst>
          </p:cNvPr>
          <p:cNvSpPr/>
          <p:nvPr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470F1-6622-DEED-5EAE-EE4387C5AD25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6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8FBC0-20AA-FEBD-970B-67F2046E28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24480-8817-A02A-A2E7-F0F9E7613B78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6007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EC33-077C-94A5-25BB-9FE0B9A1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C0CFC7E7-0AD8-9FEB-0E83-C6F6194F094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616BD4-1D8A-E826-ED54-87DAB8EB66BB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D13F8A-56C1-DC14-03B0-5A76898D1055}"/>
              </a:ext>
            </a:extLst>
          </p:cNvPr>
          <p:cNvSpPr/>
          <p:nvPr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8CCEAA-07DF-2ED5-CF09-1ADE1A042C1D}"/>
              </a:ext>
            </a:extLst>
          </p:cNvPr>
          <p:cNvSpPr/>
          <p:nvPr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1A8DD-6EAF-EE17-78CE-5865CC72A277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7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D05BF-975D-B671-08E1-C9C019264A3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</p:spTree>
    <p:extLst>
      <p:ext uri="{BB962C8B-B14F-4D97-AF65-F5344CB8AC3E}">
        <p14:creationId xmlns:p14="http://schemas.microsoft.com/office/powerpoint/2010/main" val="192910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6FC7-3364-C949-DBE0-BB921548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7F34F7B0-24F1-7B97-886D-733A9E9473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000253-1707-5A88-49A9-51E458D0C037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DA76DAA-84A5-0743-F2B1-DE52E4E464BF}"/>
              </a:ext>
            </a:extLst>
          </p:cNvPr>
          <p:cNvSpPr/>
          <p:nvPr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D577A0-DB23-EE56-16AD-CFEC5368E565}"/>
              </a:ext>
            </a:extLst>
          </p:cNvPr>
          <p:cNvSpPr/>
          <p:nvPr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0EF9B-EABB-5A84-6346-2AFD4AE1FEE3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8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D753B-F359-324E-BA9B-2372A32E1B04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10A9A-B3C3-B875-F142-FE883238B869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388955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D16A-AB6F-E864-3C99-162E25B5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DBC21557-7884-EB35-05F1-4735AFCF16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3D0D93-5E38-F61C-2E6A-38B53CB30BB6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F9FF93-DB49-F590-E8FD-9CB5C38F972B}"/>
              </a:ext>
            </a:extLst>
          </p:cNvPr>
          <p:cNvSpPr/>
          <p:nvPr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F3ECC3-5529-8438-89B8-B6E5A9FD32CB}"/>
              </a:ext>
            </a:extLst>
          </p:cNvPr>
          <p:cNvSpPr/>
          <p:nvPr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DC7CF-F950-0F92-D0FC-7439DA108B3E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9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8CA00-7139-BCC5-88C8-8E892DD8E5E7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</p:spTree>
    <p:extLst>
      <p:ext uri="{BB962C8B-B14F-4D97-AF65-F5344CB8AC3E}">
        <p14:creationId xmlns:p14="http://schemas.microsoft.com/office/powerpoint/2010/main" val="221492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9672-77D7-2BC4-69ED-5E66CF20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D5919B84-B39E-026D-8849-7A880F9247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ABA289-2F4E-7EB9-8F59-0A09DB0DC8B5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2047B7-5B85-A2E2-F603-4BA4B1C4ADE3}"/>
              </a:ext>
            </a:extLst>
          </p:cNvPr>
          <p:cNvSpPr/>
          <p:nvPr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E2BCF1-9861-5E25-FCAB-CFB93C7A8D21}"/>
              </a:ext>
            </a:extLst>
          </p:cNvPr>
          <p:cNvSpPr/>
          <p:nvPr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32735-BC22-6A90-268A-838CFC9345B8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10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6BEE1-09AC-0088-E6A7-1CB87C5D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</p:spTree>
    <p:extLst>
      <p:ext uri="{BB962C8B-B14F-4D97-AF65-F5344CB8AC3E}">
        <p14:creationId xmlns:p14="http://schemas.microsoft.com/office/powerpoint/2010/main" val="153200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2402-B9BD-D292-43EF-EB693E7B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A7B4EE33-0A3A-16FF-D163-1F04764F8D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47AF36-8F8D-D006-1E11-5B0E474C68A1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5C984-01DE-B9F5-0ECA-7D5BB3FD5953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11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B5BA6-565A-C9E7-0C5E-0304A89AEDE5}"/>
              </a:ext>
            </a:extLst>
          </p:cNvPr>
          <p:cNvSpPr/>
          <p:nvPr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78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730-8720-72FC-6E02-8B07CE91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E89D5883-A462-2C98-77D9-EF3D3E41CE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B63C3-C7C2-3231-5D0A-6EF99BBFFFC8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3E57A-9704-9300-9981-277EBA74CBE0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12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35C3D-C2E6-DF89-950F-2A2A754B9345}"/>
              </a:ext>
            </a:extLst>
          </p:cNvPr>
          <p:cNvSpPr/>
          <p:nvPr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99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AA84-B57C-BE99-137A-2E41D086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84B9866-01BE-51E5-DC8D-DE85C0F62B91}"/>
              </a:ext>
            </a:extLst>
          </p:cNvPr>
          <p:cNvSpPr txBox="1">
            <a:spLocks/>
          </p:cNvSpPr>
          <p:nvPr/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89241E46-1661-E74D-3020-6E10E34AC7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621364-FB83-AFBE-7AC1-6A69DDE665BB}"/>
              </a:ext>
            </a:extLst>
          </p:cNvPr>
          <p:cNvSpPr/>
          <p:nvPr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2B140B8-E380-E953-9C66-8DCEC5D2CDD9}"/>
              </a:ext>
            </a:extLst>
          </p:cNvPr>
          <p:cNvSpPr txBox="1">
            <a:spLocks/>
          </p:cNvSpPr>
          <p:nvPr/>
        </p:nvSpPr>
        <p:spPr>
          <a:xfrm>
            <a:off x="5793693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CBFD7-D334-60B6-70A0-7EF3FEBAE616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13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9255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0D2B-CB88-CFDD-1D74-B1BD5A66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2EB210-023E-A6C1-57C8-53A32AC871F6}"/>
              </a:ext>
            </a:extLst>
          </p:cNvPr>
          <p:cNvSpPr/>
          <p:nvPr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500E3946-F06F-4C6B-0649-D3D76379B37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DA31D-2BD9-5CD9-5060-C3165DE55668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3CE2E83-141E-2AA0-A93A-C10BB0FBBF78}"/>
              </a:ext>
            </a:extLst>
          </p:cNvPr>
          <p:cNvSpPr txBox="1">
            <a:spLocks/>
          </p:cNvSpPr>
          <p:nvPr/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E12F3-44BE-62DD-6ACC-B0F496CAB644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14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EA81C-04C3-0CB6-2CCE-C156929685B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585E9-C7FF-FD45-F7B7-872D040834CE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360776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C45A-B08F-F650-9B3C-A044F0E9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6C8CD6B4-3F07-F250-502B-D3AFB876B5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FC5409-8B6C-3DE4-2361-18E1FE380AD6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12779DA-50BC-72E5-71ED-68D3A7F8E40E}"/>
              </a:ext>
            </a:extLst>
          </p:cNvPr>
          <p:cNvSpPr txBox="1">
            <a:spLocks/>
          </p:cNvSpPr>
          <p:nvPr/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59F790-539A-F061-8833-D9B6FC09B83A}"/>
              </a:ext>
            </a:extLst>
          </p:cNvPr>
          <p:cNvSpPr/>
          <p:nvPr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B67F06-F0B9-F9FD-7CEB-04BB1E3CC7E3}"/>
              </a:ext>
            </a:extLst>
          </p:cNvPr>
          <p:cNvSpPr/>
          <p:nvPr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7A451C-1E79-8537-302B-E1E264F832C2}"/>
              </a:ext>
            </a:extLst>
          </p:cNvPr>
          <p:cNvSpPr/>
          <p:nvPr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CC5B75-7F08-2099-85B6-B10A11FE47CE}"/>
              </a:ext>
            </a:extLst>
          </p:cNvPr>
          <p:cNvSpPr/>
          <p:nvPr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00F5F-DF1F-5D0F-93D6-F52EE22F7231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15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413A8-D9B6-E57A-026C-7D062E79E5D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619BC-C5CF-0816-CC84-816C8F6F4B01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4123058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9A8F-5B92-D6E5-397C-87EC0705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858F945-65BA-8DC9-CBF6-03703B050E5C}"/>
              </a:ext>
            </a:extLst>
          </p:cNvPr>
          <p:cNvSpPr/>
          <p:nvPr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F27A4D09-DA05-B66B-AD8B-9118649280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9ADDD6-26CD-802D-6FF4-0A5C9EA1764A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0C8B8-BF45-D48B-7AAD-47E1C6471C10}"/>
              </a:ext>
            </a:extLst>
          </p:cNvPr>
          <p:cNvSpPr txBox="1">
            <a:spLocks/>
          </p:cNvSpPr>
          <p:nvPr/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C5FA1-1792-173F-5E6F-981CBFFB5C48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16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D9BC2-795C-5BE0-1ADD-E862145971E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03CE2-BF3E-6AE7-7FAE-DDF07395E384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1719004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5547-D24E-D078-83D7-259B041E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402006-8038-8E75-BDE0-76808FB6CDB3}"/>
              </a:ext>
            </a:extLst>
          </p:cNvPr>
          <p:cNvSpPr/>
          <p:nvPr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EB6932-F0C5-5817-E1CE-D2F5BC61B184}"/>
              </a:ext>
            </a:extLst>
          </p:cNvPr>
          <p:cNvSpPr/>
          <p:nvPr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B93EC6-CF84-5F71-4DD6-53752B7EBBC0}"/>
              </a:ext>
            </a:extLst>
          </p:cNvPr>
          <p:cNvSpPr/>
          <p:nvPr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2A620AC0-C967-8CB1-311F-21C6C46B99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083301-EB93-6E1F-320E-F41B6C107275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761DA21-F2EE-5BDF-D012-1762DB9B2B2B}"/>
              </a:ext>
            </a:extLst>
          </p:cNvPr>
          <p:cNvSpPr txBox="1">
            <a:spLocks/>
          </p:cNvSpPr>
          <p:nvPr/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A729C-EA51-3184-12FC-644A8CF9A861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17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E76E9-1516-5118-6B26-F6F6295FAD3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0B574-42CD-6B8A-1718-4FF3E1266399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2586938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97D0-9B1C-1B2C-12B1-2E7CBBD1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E83193-BFFE-1D81-C563-033F8C58B916}"/>
              </a:ext>
            </a:extLst>
          </p:cNvPr>
          <p:cNvSpPr/>
          <p:nvPr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6FD3458-3ED5-F25C-85BE-0394BBE448AB}"/>
              </a:ext>
            </a:extLst>
          </p:cNvPr>
          <p:cNvSpPr/>
          <p:nvPr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4C6A1F-B859-BC88-0CB5-7E687016FBAB}"/>
              </a:ext>
            </a:extLst>
          </p:cNvPr>
          <p:cNvSpPr/>
          <p:nvPr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9D94F8-D025-897A-AF41-2F7304FE3BE8}"/>
              </a:ext>
            </a:extLst>
          </p:cNvPr>
          <p:cNvSpPr/>
          <p:nvPr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7124CB1D-4402-0C57-915E-0A8C3B54150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3A42A7-9EF3-BC46-3406-A697191487D5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88C9D48-A920-E24C-BD10-34B5065EBD7D}"/>
              </a:ext>
            </a:extLst>
          </p:cNvPr>
          <p:cNvSpPr txBox="1">
            <a:spLocks/>
          </p:cNvSpPr>
          <p:nvPr/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A0809-BE12-A388-EFCF-3803BE6FA690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18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7365F-369F-91B8-2830-89971ABDAF2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7BBBF-82D8-2D0F-3F95-F02DAA8C3391}"/>
              </a:ext>
            </a:extLst>
          </p:cNvPr>
          <p:cNvSpPr txBox="1"/>
          <p:nvPr/>
        </p:nvSpPr>
        <p:spPr>
          <a:xfrm>
            <a:off x="423862" y="836812"/>
            <a:ext cx="1127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&lt;Subheading/Description text&gt;</a:t>
            </a:r>
          </a:p>
        </p:txBody>
      </p:sp>
    </p:spTree>
    <p:extLst>
      <p:ext uri="{BB962C8B-B14F-4D97-AF65-F5344CB8AC3E}">
        <p14:creationId xmlns:p14="http://schemas.microsoft.com/office/powerpoint/2010/main" val="3786823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FE88-B4E6-C239-1031-59150F47A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EE8FDB-CC27-5813-2FCC-CDFE2707F09C}"/>
              </a:ext>
            </a:extLst>
          </p:cNvPr>
          <p:cNvSpPr/>
          <p:nvPr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rgbClr val="826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1499DC10-B55A-83C2-6AFB-E595CB7130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B18964-18A3-C3DF-7A78-A7EBE6DE3D47}"/>
              </a:ext>
            </a:extLst>
          </p:cNvPr>
          <p:cNvSpPr txBox="1"/>
          <p:nvPr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5F197C-CE82-EA45-24D8-A6C955A6B483}"/>
              </a:ext>
            </a:extLst>
          </p:cNvPr>
          <p:cNvSpPr txBox="1">
            <a:spLocks/>
          </p:cNvSpPr>
          <p:nvPr/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26838-C485-6B25-0F9B-5C470DA156B0}"/>
              </a:ext>
            </a:extLst>
          </p:cNvPr>
          <p:cNvSpPr txBox="1"/>
          <p:nvPr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19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F27E7-E735-9F00-948E-19C4D1F63CC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&lt;Slide Title&gt;</a:t>
            </a:r>
          </a:p>
        </p:txBody>
      </p:sp>
    </p:spTree>
    <p:extLst>
      <p:ext uri="{BB962C8B-B14F-4D97-AF65-F5344CB8AC3E}">
        <p14:creationId xmlns:p14="http://schemas.microsoft.com/office/powerpoint/2010/main" val="603717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1EDC-E996-99D3-F7F3-450209DD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F15AB404-A1CC-EFB6-348D-D949AA7FDF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05836B-3ACE-3FD8-3218-2B20B2F6F36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1874" y="2464136"/>
            <a:ext cx="2508250" cy="735927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6DE016E-FC7C-157A-1904-CFCCE4E4DD85}"/>
              </a:ext>
            </a:extLst>
          </p:cNvPr>
          <p:cNvSpPr txBox="1">
            <a:spLocks/>
          </p:cNvSpPr>
          <p:nvPr/>
        </p:nvSpPr>
        <p:spPr>
          <a:xfrm>
            <a:off x="2271585" y="3657937"/>
            <a:ext cx="7648829" cy="7359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Skills Visibility. </a:t>
            </a:r>
            <a:r>
              <a:rPr kumimoji="0" lang="en-US" sz="4000" b="0" u="none" strike="noStrike" kern="1200" cap="none" spc="0" normalizeH="0" baseline="0" noProof="0" dirty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Business Agility.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35BAA9-7122-CDDD-419D-51576F70F749}"/>
              </a:ext>
            </a:extLst>
          </p:cNvPr>
          <p:cNvCxnSpPr>
            <a:cxnSpLocks/>
          </p:cNvCxnSpPr>
          <p:nvPr/>
        </p:nvCxnSpPr>
        <p:spPr>
          <a:xfrm>
            <a:off x="4379119" y="3429000"/>
            <a:ext cx="3457575" cy="0"/>
          </a:xfrm>
          <a:prstGeom prst="line">
            <a:avLst/>
          </a:prstGeom>
          <a:ln w="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33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BC5E7BA-2E7B-4250-AD43-22FE454896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A9F41A-6591-4318-967D-78E0C8995B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6A1BB6-5EA9-4803-8ECC-37204B52A66B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237</Words>
  <Application>Microsoft Office PowerPoint</Application>
  <PresentationFormat>Widescreen</PresentationFormat>
  <Paragraphs>69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Anindo Chatterjee</dc:creator>
  <cp:lastModifiedBy>Anindo Chatterjee</cp:lastModifiedBy>
  <cp:revision>14</cp:revision>
  <dcterms:created xsi:type="dcterms:W3CDTF">2026-05-14T09:35:56Z</dcterms:created>
  <dcterms:modified xsi:type="dcterms:W3CDTF">2026-05-25T09:21:08Z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