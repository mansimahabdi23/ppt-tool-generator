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media/image205.svg" ContentType="image/svg+xml"/>
  <Override PartName="/ppt/media/image206.svg" ContentType="image/svg+xml"/>
  <Override PartName="/ppt/media/image207.svg" ContentType="image/svg+xml"/>
  <Override PartName="/ppt/media/image208.svg" ContentType="image/svg+xml"/>
  <Override PartName="/ppt/media/image209.svg" ContentType="image/svg+xml"/>
  <Override PartName="/ppt/media/image22.svg" ContentType="image/svg+xml"/>
  <Override PartName="/ppt/media/image244.svg" ContentType="image/svg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5"/>
  </p:notesMasterIdLst>
  <p:sldIdLst>
    <p:sldId id="2146847062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D5A9689-8065-F91C-2976-30D5806ACE65}" name="Preeti Aniket Ohal" initials="PO" userId="S::preeti.o@imocha.io::6103fd12-4b47-4b53-88a6-2410657674b0" providerId="AD"/>
  <p188:author id="{509BA59B-0858-389D-67F0-03C4EB43A969}" name="Nilesh Nighojkar" initials="NN" userId="S::nilesh.n@imocha.io::bb46d46e-ac01-40db-be76-b5be3b3a36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3202"/>
    <a:srgbClr val="FF4A00"/>
    <a:srgbClr val="00DF58"/>
    <a:srgbClr val="BE435B"/>
    <a:srgbClr val="FD5B0E"/>
    <a:srgbClr val="FFE8E3"/>
    <a:srgbClr val="AEAEAE"/>
    <a:srgbClr val="210032"/>
    <a:srgbClr val="903494"/>
    <a:srgbClr val="505D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13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slide" Target="slides/slide33.xml"/><Relationship Id="rId49" Type="http://schemas.openxmlformats.org/officeDocument/2006/relationships/slide" Target="slides/slide34.xml"/><Relationship Id="rId50" Type="http://schemas.openxmlformats.org/officeDocument/2006/relationships/slide" Target="slides/slide35.xml"/><Relationship Id="rId51" Type="http://schemas.openxmlformats.org/officeDocument/2006/relationships/slide" Target="slides/slide36.xml"/><Relationship Id="rId52" Type="http://schemas.openxmlformats.org/officeDocument/2006/relationships/slide" Target="slides/slide37.xml"/><Relationship Id="rId53" Type="http://schemas.openxmlformats.org/officeDocument/2006/relationships/slide" Target="slides/slide38.xml"/><Relationship Id="rId115" Type="http://schemas.openxmlformats.org/officeDocument/2006/relationships/notesMaster" Target="notesMasters/notesMaster1.xml"/><Relationship Id="rId116" Type="http://schemas.openxmlformats.org/officeDocument/2006/relationships/presProps" Target="presProps.xml"/><Relationship Id="rId117" Type="http://schemas.openxmlformats.org/officeDocument/2006/relationships/viewProps" Target="viewProps.xml"/><Relationship Id="rId118" Type="http://schemas.openxmlformats.org/officeDocument/2006/relationships/theme" Target="theme/theme1.xml"/><Relationship Id="rId119" Type="http://schemas.openxmlformats.org/officeDocument/2006/relationships/tableStyles" Target="tableStyles.xml"/><Relationship Id="rId120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themeOverride" Target="../theme/themeOverride1.xml"/><Relationship Id="rId4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4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4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4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29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4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4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2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2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2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2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3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3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3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400" b="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0497335479391487"/>
          <c:y val="0.25920440749495466"/>
          <c:w val="0.59005329041217025"/>
          <c:h val="0.6439540840432026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685C-5449-AA4D-4B5FCFE6A1C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85C-5449-AA4D-4B5FCFE6A1C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lt1"/>
                    </a:solidFill>
                    <a:latin typeface="Poppins" pitchFamily="2" charset="77"/>
                    <a:ea typeface="+mn-ea"/>
                    <a:cs typeface="Poppins" pitchFamily="2" charset="77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85C-5449-AA4D-4B5FCFE6A1C3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76786E-2"/>
          <c:y val="9.9553600000000006E-2"/>
          <c:w val="0.95732099999999998"/>
          <c:h val="0.852257000000000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</c:strRef>
          </c:tx>
          <c:spPr>
            <a:solidFill>
              <a:srgbClr val="441CE2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Poppins Medium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</c:v>
                </c:pt>
                <c:pt idx="1">
                  <c:v>51</c:v>
                </c:pt>
                <c:pt idx="2">
                  <c:v>66</c:v>
                </c:pt>
                <c:pt idx="3">
                  <c:v>90</c:v>
                </c:pt>
                <c:pt idx="4">
                  <c:v>127</c:v>
                </c:pt>
                <c:pt idx="5">
                  <c:v>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E8-7041-AED9-A5FB054A5A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Untitled 1</c:v>
                </c:pt>
              </c:strCache>
            </c:strRef>
          </c:tx>
          <c:spPr>
            <a:gradFill flip="none" rotWithShape="1">
              <a:gsLst>
                <a:gs pos="0">
                  <a:srgbClr val="E0BDF7"/>
                </a:gs>
                <a:gs pos="83000">
                  <a:srgbClr val="CB91F2"/>
                </a:gs>
              </a:gsLst>
              <a:path path="circle">
                <a:fillToRect l="-19636" t="62278" r="119636" b="37721"/>
              </a:path>
            </a:gradFill>
            <a:ln w="12700" cap="flat">
              <a:noFill/>
              <a:miter lim="400000"/>
            </a:ln>
            <a:effectLst/>
          </c:spPr>
          <c:invertIfNegative val="0"/>
          <c:dLbls>
            <c:numFmt formatCode="0.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Poppins Regular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Sheet1!$C$2:$C$7</c:f>
            </c:numRef>
          </c:val>
          <c:extLst>
            <c:ext xmlns:c16="http://schemas.microsoft.com/office/drawing/2014/chart" uri="{C3380CC4-5D6E-409C-BE32-E72D297353CC}">
              <c16:uniqueId val="{00000001-8DE8-7041-AED9-A5FB054A5A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numFmt formatCode="&quot;0&quot;0.#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2"/>
        <c:crosses val="autoZero"/>
        <c:crossBetween val="between"/>
        <c:majorUnit val="40"/>
        <c:minorUnit val="2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colors6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1_3" csCatId="accent1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2_3" csCatId="accent2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111383"/>
            <a:satOff val="-4225"/>
            <a:lumOff val="577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222765"/>
            <a:satOff val="-8450"/>
            <a:lumOff val="1154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334148"/>
            <a:satOff val="-12675"/>
            <a:lumOff val="173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445531"/>
            <a:satOff val="-16900"/>
            <a:lumOff val="230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556913"/>
            <a:satOff val="-21125"/>
            <a:lumOff val="288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668296"/>
            <a:satOff val="-25350"/>
            <a:lumOff val="3463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92812"/>
            <a:satOff val="-6446"/>
            <a:lumOff val="568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185624"/>
            <a:satOff val="-12892"/>
            <a:lumOff val="113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278436"/>
            <a:satOff val="-19338"/>
            <a:lumOff val="1704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371248"/>
            <a:satOff val="-25784"/>
            <a:lumOff val="227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464060"/>
            <a:satOff val="-32230"/>
            <a:lumOff val="28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556872"/>
            <a:satOff val="-38676"/>
            <a:lumOff val="3408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7EAB5-DE15-9B44-8D60-5EB2371D3D7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4C8D78-5C52-4640-927A-AEF72964B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81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134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C2B87-CE67-BD06-2FE2-36EE7ED06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FE8DFC-1E98-F308-4F58-1BB918FF3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A97E1-B9A7-DDC4-3BF3-311A6BB77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2DA6D-FA7B-350A-3190-7CD16A5F9F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96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2CC66-F045-5B8E-1485-0F67ADC04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A15DC-E6D9-9B52-F666-EF5F95C92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0D0C9B-CBDF-36ED-5BFE-F2D61DE24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52FA5-160F-FD77-95C5-366A197FB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5095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334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597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A1D3E-C9CF-D172-11C7-67343C41E2B8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68964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12192000" cy="23288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3ACED5-74C2-7C3D-7F5A-7F59EBF332F7}"/>
              </a:ext>
            </a:extLst>
          </p:cNvPr>
          <p:cNvSpPr txBox="1"/>
          <p:nvPr userDrawn="1"/>
        </p:nvSpPr>
        <p:spPr>
          <a:xfrm>
            <a:off x="5390445" y="6405023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2620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65D26-0F73-541A-F0C7-97689AE3226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82397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5BD8BA-A43F-7FBC-5D90-0EBA5EF7088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9728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342390-1CE9-1F74-D752-E9754820469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7420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527300"/>
            <a:ext cx="11344276" cy="3622422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001098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EBF5C3-113A-3AEA-8CFD-AB20193BCFB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7675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3C7CD4-39DC-D099-9460-8DCEF788E3FE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5679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A43204A-92D6-F878-66C5-C2B5B75A356B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5392D06-2E3D-5F02-58D5-01848C8EFB45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21AE9-0135-9BB5-3A44-E96EBAEB930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0339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C29FC6-A806-064C-5252-1E05A248F33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9005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48291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75C5A-8D36-28C6-A1E8-EC5E2C8BAFFB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46197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1" y="0"/>
            <a:ext cx="322897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BD5E6C-54ED-F158-C96C-D280B0EB462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1386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5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11375996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6159C-0B3E-A7CE-141D-47E2D7E33121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89947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11375996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9A7191-5C57-6119-5926-3BF39563C872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3049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D0F9B-8108-9063-E8F9-5941E0D3461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8639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407306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407306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407305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06600F-8505-767E-255C-107E635B9EF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3074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40730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40730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40730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40730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70AB9B-5E75-7F68-B1A3-B5086CE7F017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30473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EC71E-D582-30EE-FB6B-3C64744DCEA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6888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189129-6380-4BFD-D74A-7786E1ED0C8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90635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86BD39-1476-4BFE-2D27-6B03E0A587F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5444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556846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556846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556846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556846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2" y="1396492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A7D6BE-E8F8-9196-4E16-D2561A751B7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48010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58000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84A707-6001-F396-74B1-D60393AA987F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2411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BE8DC5-0080-768E-2D8E-212E9F1C973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4909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322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51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26858" y="6292733"/>
            <a:ext cx="1274618" cy="365125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65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932C3A-9AC2-21CB-E7D3-ED3554FD52A2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42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85A44C-CC95-2306-F70C-D77577992CC7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36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88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2984499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89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55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71" r:id="rId4"/>
    <p:sldLayoutId id="2147483675" r:id="rId5"/>
    <p:sldLayoutId id="2147483673" r:id="rId6"/>
    <p:sldLayoutId id="2147483676" r:id="rId7"/>
    <p:sldLayoutId id="2147483674" r:id="rId8"/>
    <p:sldLayoutId id="2147483677" r:id="rId9"/>
    <p:sldLayoutId id="2147483672" r:id="rId10"/>
    <p:sldLayoutId id="2147483652" r:id="rId11"/>
    <p:sldLayoutId id="2147483653" r:id="rId12"/>
    <p:sldLayoutId id="2147483655" r:id="rId13"/>
    <p:sldLayoutId id="2147483662" r:id="rId14"/>
    <p:sldLayoutId id="2147483666" r:id="rId15"/>
    <p:sldLayoutId id="2147483668" r:id="rId16"/>
    <p:sldLayoutId id="2147483678" r:id="rId17"/>
    <p:sldLayoutId id="2147483680" r:id="rId18"/>
    <p:sldLayoutId id="2147483669" r:id="rId19"/>
    <p:sldLayoutId id="2147483679" r:id="rId20"/>
    <p:sldLayoutId id="2147483682" r:id="rId21"/>
    <p:sldLayoutId id="2147483681" r:id="rId22"/>
    <p:sldLayoutId id="2147483667" r:id="rId23"/>
    <p:sldLayoutId id="2147483670" r:id="rId24"/>
    <p:sldLayoutId id="2147483657" r:id="rId25"/>
    <p:sldLayoutId id="2147483664" r:id="rId26"/>
    <p:sldLayoutId id="2147483654" r:id="rId27"/>
    <p:sldLayoutId id="2147483656" r:id="rId28"/>
    <p:sldLayoutId id="2147483665" r:id="rId29"/>
    <p:sldLayoutId id="2147483658" r:id="rId30"/>
    <p:sldLayoutId id="2147483659" r:id="rId3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4.png"/><Relationship Id="rId3" Type="http://schemas.openxmlformats.org/officeDocument/2006/relationships/image" Target="../media/image215.png"/><Relationship Id="rId4" Type="http://schemas.openxmlformats.org/officeDocument/2006/relationships/image" Target="../media/image216.png"/><Relationship Id="rId5" Type="http://schemas.openxmlformats.org/officeDocument/2006/relationships/image" Target="../media/image217.png"/><Relationship Id="rId6" Type="http://schemas.openxmlformats.org/officeDocument/2006/relationships/image" Target="../media/image218.png"/><Relationship Id="rId7" Type="http://schemas.openxmlformats.org/officeDocument/2006/relationships/image" Target="../media/image219.png"/><Relationship Id="rId8" Type="http://schemas.openxmlformats.org/officeDocument/2006/relationships/image" Target="../media/image220.png"/><Relationship Id="rId9" Type="http://schemas.openxmlformats.org/officeDocument/2006/relationships/image" Target="../media/image221.png"/><Relationship Id="rId10" Type="http://schemas.openxmlformats.org/officeDocument/2006/relationships/image" Target="../media/image222.png"/><Relationship Id="rId11" Type="http://schemas.openxmlformats.org/officeDocument/2006/relationships/image" Target="../media/image2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24.png"/><Relationship Id="rId3" Type="http://schemas.openxmlformats.org/officeDocument/2006/relationships/image" Target="../media/image225.png"/><Relationship Id="rId4" Type="http://schemas.openxmlformats.org/officeDocument/2006/relationships/image" Target="../media/image226.png"/><Relationship Id="rId5" Type="http://schemas.openxmlformats.org/officeDocument/2006/relationships/image" Target="../media/image227.png"/><Relationship Id="rId6" Type="http://schemas.openxmlformats.org/officeDocument/2006/relationships/image" Target="../media/image228.png"/><Relationship Id="rId7" Type="http://schemas.openxmlformats.org/officeDocument/2006/relationships/image" Target="../media/image229.png"/><Relationship Id="rId8" Type="http://schemas.openxmlformats.org/officeDocument/2006/relationships/image" Target="../media/image230.png"/><Relationship Id="rId9" Type="http://schemas.openxmlformats.org/officeDocument/2006/relationships/image" Target="../media/image231.png"/><Relationship Id="rId10" Type="http://schemas.openxmlformats.org/officeDocument/2006/relationships/image" Target="../media/image232.png"/><Relationship Id="rId11" Type="http://schemas.openxmlformats.org/officeDocument/2006/relationships/image" Target="../media/image2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4.png"/><Relationship Id="rId3" Type="http://schemas.openxmlformats.org/officeDocument/2006/relationships/image" Target="../media/image235.png"/><Relationship Id="rId4" Type="http://schemas.openxmlformats.org/officeDocument/2006/relationships/image" Target="../media/image236.png"/><Relationship Id="rId5" Type="http://schemas.openxmlformats.org/officeDocument/2006/relationships/image" Target="../media/image237.png"/><Relationship Id="rId6" Type="http://schemas.openxmlformats.org/officeDocument/2006/relationships/image" Target="../media/image238.png"/><Relationship Id="rId7" Type="http://schemas.openxmlformats.org/officeDocument/2006/relationships/image" Target="../media/image239.png"/><Relationship Id="rId8" Type="http://schemas.openxmlformats.org/officeDocument/2006/relationships/image" Target="../media/image240.png"/><Relationship Id="rId9" Type="http://schemas.openxmlformats.org/officeDocument/2006/relationships/image" Target="../media/image241.png"/><Relationship Id="rId10" Type="http://schemas.openxmlformats.org/officeDocument/2006/relationships/image" Target="../media/image242.png"/><Relationship Id="rId11" Type="http://schemas.openxmlformats.org/officeDocument/2006/relationships/image" Target="../media/image24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7.xml"/><Relationship Id="rId3" Type="http://schemas.openxmlformats.org/officeDocument/2006/relationships/image" Target="../media/image244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5.png"/><Relationship Id="rId3" Type="http://schemas.openxmlformats.org/officeDocument/2006/relationships/image" Target="../media/image244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9.png"/><Relationship Id="rId3" Type="http://schemas.openxmlformats.org/officeDocument/2006/relationships/image" Target="../media/image2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EC145-B174-0FC9-5845-CFAD28829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C84E22-E69B-E2A2-AEED-93AE03E8B41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B5B5E1-C02A-1A42-9BC4-21E4E1BD58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520247D8-DE82-BEE8-04BB-3CE21F6E358C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78C16E9-A473-25B0-006E-F4FAAB7F771E}"/>
              </a:ext>
            </a:extLst>
          </p:cNvPr>
          <p:cNvGrpSpPr/>
          <p:nvPr/>
        </p:nvGrpSpPr>
        <p:grpSpPr>
          <a:xfrm>
            <a:off x="1015998" y="31457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17EAC65-E984-B1C8-EA4C-F3869D991E34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83C7402-7DF3-2962-1D68-1D60F5C24DD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A978A43-6C9F-6EA4-315A-D4F3719E6C0E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8B9F87E-1AC8-6B04-C347-CBFDF74B75C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96A8CEB-A1B0-128F-D24C-FB21585DB7C1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22F90A2-6FDC-FA2D-E944-1193E4B1DF00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E803F54-6ADE-A029-851E-46EE05DB766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D109531-0FE4-DE2A-7B6C-AB3D7FA3349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0F24165-2F7C-835A-809C-5D99B0E63F5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48FC0D8-5D2A-CE56-A52C-E1BB22AB174B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5E76F66-CE52-FC16-A4C3-83E80124E0F3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AD4FED6-8FC0-A3C4-BF4F-B2E2F8399517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1163523-7C26-F7B6-ABA8-050330174C95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0A1BD47-BD71-CF57-F5FF-C608EE02B31E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58759A-B89D-5B78-A233-C55E0A017146}"/>
              </a:ext>
            </a:extLst>
          </p:cNvPr>
          <p:cNvGrpSpPr/>
          <p:nvPr/>
        </p:nvGrpSpPr>
        <p:grpSpPr>
          <a:xfrm>
            <a:off x="10920687" y="33301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403FD59-7B0E-C68B-FAC7-36D6989B143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1D605CC-B33A-24B4-0276-09CE2B61DE8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2FFF857-8884-FE35-9942-48493E1ECF3C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4C3E16-0472-478B-1444-DE75DAC4BAC2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C54148-5B08-6FB3-0A22-E112C0A012BE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17DA03-22A3-D324-AA24-7E7B32331FEF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70A9AB-94DC-1FB6-ED07-DBA1EE3DFF2A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A57233-5632-FD75-210F-D8C9879AB75D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39F82F-2220-79B8-03AD-A35923508326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5260EB-FCA8-8395-C23A-24A1332AE74F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300EC2-DB04-65AB-A328-C6583CE96291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C930AC-F102-1851-554D-4BB30B4E7353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BFEB3A-779B-8303-B6FE-E6ED792043D7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67BF3D-BB0C-246E-E4BE-7F36907BEA2D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6D460B4F-5E5D-D970-15BD-0699A1557A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B5485ED-E495-B50E-6043-DE39A709B9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6BD84EAD-A248-632B-BCD9-7AB203B6AA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021C505-4DB3-7D35-E6C2-FBD630764F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774DE80-818E-DA96-3358-380C70147C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39E8CAB-3662-8150-6FFB-C250971FBE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92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5954D-9DEE-EB03-431A-104ACCA57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EB1AC9-6343-97B8-DFA6-C163A773256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DCF8E9E-3A80-CEB6-49EE-7A4B93DE09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8783DD2B-91D6-DA38-86D2-18D96C5A5D47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E78E018-D2C1-DC0B-170A-813CBA22B248}"/>
              </a:ext>
            </a:extLst>
          </p:cNvPr>
          <p:cNvGrpSpPr/>
          <p:nvPr/>
        </p:nvGrpSpPr>
        <p:grpSpPr>
          <a:xfrm>
            <a:off x="1015998" y="31584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7A4067-A05C-E9C1-6444-92C46C620F9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C4F8FF8-9A0A-DDD5-79D8-A340C3102A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B369E2B-DEBB-FF46-8EFC-8554F0432A35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AEAD63B-0EF2-418C-F9BC-6DF443F55889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210AAC3-64C6-E8B9-09D9-5E56C0241359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5181881-F4FE-510C-EF3F-25FCC486DB8A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512BEA3-1BB3-5C79-B851-1EA676A0260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4158ADF-C18A-D236-13F5-05F2E4782435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045D1E-BBB9-0855-A254-E58D19F9D38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3E7236D-8216-9F18-308F-6296BD7C045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6B9AE25-0BBE-83C3-6735-B92FA03F58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C4CD759-D044-1AC8-BA99-C1A5B2D30FC5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12CA7CD-9F48-5509-B3AC-25AF7D1AD8F6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9D7EEBD-D9BF-3690-5DD0-0CDCD5319C3A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4A160C2-AAA2-A620-AF84-C6CAF663F449}"/>
              </a:ext>
            </a:extLst>
          </p:cNvPr>
          <p:cNvGrpSpPr/>
          <p:nvPr/>
        </p:nvGrpSpPr>
        <p:grpSpPr>
          <a:xfrm>
            <a:off x="10920687" y="33428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5902002-1EB3-EED6-C08B-6A0706A5A650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920D448-65E4-BBAD-64D6-F6BCE518050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8E62200-9114-F512-2BE0-F5120B79A7F5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1874A0-DFF6-7765-2A04-6826451F7FBB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E40621-4FA7-4DC0-B3B3-C13295AFAAD2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7DE05D-1F22-DCA5-9842-855F348D2F09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2D0F5B-ECC4-DB63-22DE-265029D3CF5E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426DF8-A0FD-8DCE-C9CC-2E9BA0A2D707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B9B5FC-848F-39FF-3492-6645B0A60030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13319C-3C04-E7B6-8D64-634BD73A87DB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009C90-B95C-27EC-A416-2190DDAA9AD3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E7A754-837E-54B2-D878-D64BF93B9942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4FEE0F-6DD1-C9B2-6F92-5C9ABF55DDCB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79A089-594E-B6C3-E12E-85EF02228DF7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1304A0D5-F60B-9247-435C-99F7FAB52A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583EAD25-7403-7D7F-F919-BED5F1206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C5470E77-8A5D-F9F1-2380-79A4EB3894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60B084C-4E2C-F768-204B-F3EF5D5591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BE84CF7-1ABA-27AD-9310-BC91A8EEA8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70AF41E5-6488-E08D-0D78-7B2680649A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71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FDCD6D-3FE1-D48D-7359-9A58BC813E3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5E186-5DFA-4A0A-8764-9AB5111ED1C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0AB179E-6552-FBCD-5D2C-212C9CC35EAE}"/>
              </a:ext>
            </a:extLst>
          </p:cNvPr>
          <p:cNvGrpSpPr/>
          <p:nvPr/>
        </p:nvGrpSpPr>
        <p:grpSpPr>
          <a:xfrm>
            <a:off x="7878447" y="2185819"/>
            <a:ext cx="3451875" cy="3451875"/>
            <a:chOff x="7906157" y="1964142"/>
            <a:chExt cx="3451875" cy="3451875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8F675D2-5FAA-8E31-7946-DF7EE347D47B}"/>
                </a:ext>
              </a:extLst>
            </p:cNvPr>
            <p:cNvSpPr/>
            <p:nvPr/>
          </p:nvSpPr>
          <p:spPr>
            <a:xfrm>
              <a:off x="7906157" y="1964142"/>
              <a:ext cx="3451875" cy="3451875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F8D9246-CD10-F0C7-2DCC-889451A4C5B5}"/>
                </a:ext>
              </a:extLst>
            </p:cNvPr>
            <p:cNvSpPr txBox="1"/>
            <p:nvPr/>
          </p:nvSpPr>
          <p:spPr>
            <a:xfrm>
              <a:off x="8840851" y="3137064"/>
              <a:ext cx="158248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400" b="1">
                  <a:solidFill>
                    <a:schemeClr val="accent2"/>
                  </a:solidFill>
                  <a:latin typeface="Poppins SemiBold" pitchFamily="2" charset="77"/>
                  <a:cs typeface="Poppins SemiBold" pitchFamily="2" charset="77"/>
                </a:rPr>
                <a:t>201M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9218089-70AA-F028-B9D5-4B4BA25476D2}"/>
                </a:ext>
              </a:extLst>
            </p:cNvPr>
            <p:cNvSpPr txBox="1"/>
            <p:nvPr/>
          </p:nvSpPr>
          <p:spPr>
            <a:xfrm>
              <a:off x="8546729" y="3777800"/>
              <a:ext cx="217073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Lorem ipsum dolor sit a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adipis</a:t>
              </a:r>
              <a:endParaRPr lang="en-US" sz="1300">
                <a:solidFill>
                  <a:schemeClr val="accent5"/>
                </a:solidFill>
                <a:latin typeface="Poppins" pitchFamily="2" charset="77"/>
                <a:cs typeface="Poppins" pitchFamily="2" charset="77"/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051B3436-A3B1-0772-E137-753D05E56621}"/>
              </a:ext>
            </a:extLst>
          </p:cNvPr>
          <p:cNvSpPr/>
          <p:nvPr/>
        </p:nvSpPr>
        <p:spPr>
          <a:xfrm>
            <a:off x="5846303" y="1539927"/>
            <a:ext cx="2760331" cy="276033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7A5E1E-4E8D-5804-91ED-4F239BA17552}"/>
              </a:ext>
            </a:extLst>
          </p:cNvPr>
          <p:cNvSpPr txBox="1"/>
          <p:nvPr/>
        </p:nvSpPr>
        <p:spPr>
          <a:xfrm>
            <a:off x="6555451" y="2348363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111EB3-B89C-BB15-132A-1C02E36CEA67}"/>
              </a:ext>
            </a:extLst>
          </p:cNvPr>
          <p:cNvSpPr txBox="1"/>
          <p:nvPr/>
        </p:nvSpPr>
        <p:spPr>
          <a:xfrm>
            <a:off x="6206668" y="2938299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6C105F8-F120-7230-0F02-E30F67998812}"/>
              </a:ext>
            </a:extLst>
          </p:cNvPr>
          <p:cNvSpPr/>
          <p:nvPr/>
        </p:nvSpPr>
        <p:spPr>
          <a:xfrm>
            <a:off x="4029552" y="2945492"/>
            <a:ext cx="2525899" cy="2525899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1393AC-61DA-6DB9-16B9-7F5BF9B50FD1}"/>
              </a:ext>
            </a:extLst>
          </p:cNvPr>
          <p:cNvSpPr txBox="1"/>
          <p:nvPr/>
        </p:nvSpPr>
        <p:spPr>
          <a:xfrm>
            <a:off x="4743312" y="3687949"/>
            <a:ext cx="1098379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4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98%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CFA5EB-3662-7D7D-B3D7-180DD10301E0}"/>
              </a:ext>
            </a:extLst>
          </p:cNvPr>
          <p:cNvSpPr txBox="1"/>
          <p:nvPr/>
        </p:nvSpPr>
        <p:spPr>
          <a:xfrm>
            <a:off x="4546009" y="4188985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00CDF0-D4F9-E700-1667-3ACBF1B24F4C}"/>
              </a:ext>
            </a:extLst>
          </p:cNvPr>
          <p:cNvSpPr txBox="1"/>
          <p:nvPr/>
        </p:nvSpPr>
        <p:spPr>
          <a:xfrm>
            <a:off x="423861" y="1411472"/>
            <a:ext cx="3301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600">
              <a:solidFill>
                <a:schemeClr val="bg2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43F6299-7E2B-9AB7-B00F-9F75FE9F6124}"/>
              </a:ext>
            </a:extLst>
          </p:cNvPr>
          <p:cNvSpPr/>
          <p:nvPr/>
        </p:nvSpPr>
        <p:spPr>
          <a:xfrm>
            <a:off x="9441794" y="690195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4F23DB-0794-64FB-4D3B-36B44F4AFC2C}"/>
              </a:ext>
            </a:extLst>
          </p:cNvPr>
          <p:cNvSpPr txBox="1"/>
          <p:nvPr/>
        </p:nvSpPr>
        <p:spPr>
          <a:xfrm>
            <a:off x="9947132" y="1200919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B47A06-8DA5-F127-04AE-D45E47C48287}"/>
              </a:ext>
            </a:extLst>
          </p:cNvPr>
          <p:cNvSpPr txBox="1"/>
          <p:nvPr/>
        </p:nvSpPr>
        <p:spPr>
          <a:xfrm>
            <a:off x="9676892" y="1651156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9F561278-E7B1-0010-E2E1-8D0250829E9D}"/>
              </a:ext>
            </a:extLst>
          </p:cNvPr>
          <p:cNvSpPr/>
          <p:nvPr/>
        </p:nvSpPr>
        <p:spPr>
          <a:xfrm>
            <a:off x="516952" y="2445341"/>
            <a:ext cx="3152234" cy="914385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A04561-CD62-A62D-216D-329B7F18C756}"/>
              </a:ext>
            </a:extLst>
          </p:cNvPr>
          <p:cNvSpPr txBox="1"/>
          <p:nvPr/>
        </p:nvSpPr>
        <p:spPr>
          <a:xfrm>
            <a:off x="733274" y="2602451"/>
            <a:ext cx="270265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100">
              <a:solidFill>
                <a:schemeClr val="accent4">
                  <a:lumMod val="20000"/>
                  <a:lumOff val="8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1644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1ACED1-7DB2-C296-F66E-F46987F0835E}"/>
              </a:ext>
            </a:extLst>
          </p:cNvPr>
          <p:cNvSpPr txBox="1"/>
          <p:nvPr/>
        </p:nvSpPr>
        <p:spPr>
          <a:xfrm>
            <a:off x="423862" y="280634"/>
            <a:ext cx="330147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Headline In Two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3EFEF-D748-CF04-09D3-862044316D66}"/>
              </a:ext>
            </a:extLst>
          </p:cNvPr>
          <p:cNvSpPr txBox="1"/>
          <p:nvPr/>
        </p:nvSpPr>
        <p:spPr>
          <a:xfrm>
            <a:off x="423862" y="1403505"/>
            <a:ext cx="32168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Subtext/</a:t>
            </a:r>
            <a:r>
              <a:rPr lang="en-US" sz="2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Bodytext</a:t>
            </a:r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here in two or three lines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A7A63A6-FBB0-EA51-1533-32A7D18A15A5}"/>
              </a:ext>
            </a:extLst>
          </p:cNvPr>
          <p:cNvSpPr/>
          <p:nvPr/>
        </p:nvSpPr>
        <p:spPr>
          <a:xfrm>
            <a:off x="8075493" y="1358631"/>
            <a:ext cx="3451875" cy="3451875"/>
          </a:xfrm>
          <a:prstGeom prst="ellipse">
            <a:avLst/>
          </a:prstGeom>
          <a:solidFill>
            <a:schemeClr val="accent2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569283-383C-F152-ADA3-2E6243F72BE3}"/>
              </a:ext>
            </a:extLst>
          </p:cNvPr>
          <p:cNvSpPr txBox="1"/>
          <p:nvPr/>
        </p:nvSpPr>
        <p:spPr>
          <a:xfrm>
            <a:off x="9010187" y="2489988"/>
            <a:ext cx="15824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201M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7B4EAB-4924-EAE7-B11B-DAAB08586408}"/>
              </a:ext>
            </a:extLst>
          </p:cNvPr>
          <p:cNvSpPr txBox="1"/>
          <p:nvPr/>
        </p:nvSpPr>
        <p:spPr>
          <a:xfrm>
            <a:off x="8781630" y="3130724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a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7F88960-C86A-5AE8-EF91-D53C2D395643}"/>
              </a:ext>
            </a:extLst>
          </p:cNvPr>
          <p:cNvSpPr/>
          <p:nvPr/>
        </p:nvSpPr>
        <p:spPr>
          <a:xfrm>
            <a:off x="6043349" y="712739"/>
            <a:ext cx="2760331" cy="2760331"/>
          </a:xfrm>
          <a:prstGeom prst="ellipse">
            <a:avLst/>
          </a:prstGeom>
          <a:solidFill>
            <a:srgbClr val="FFE8E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ACE8E7-B73D-CD4F-E8C0-A13370218FBA}"/>
              </a:ext>
            </a:extLst>
          </p:cNvPr>
          <p:cNvSpPr txBox="1"/>
          <p:nvPr/>
        </p:nvSpPr>
        <p:spPr>
          <a:xfrm>
            <a:off x="6752497" y="1605840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7AA1AB-DDAC-2B05-18C4-BD08024997E0}"/>
              </a:ext>
            </a:extLst>
          </p:cNvPr>
          <p:cNvSpPr txBox="1"/>
          <p:nvPr/>
        </p:nvSpPr>
        <p:spPr>
          <a:xfrm>
            <a:off x="6403714" y="2195776"/>
            <a:ext cx="203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1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C0E9ECA-0C9F-AF24-BE52-9D05B83DECD6}"/>
              </a:ext>
            </a:extLst>
          </p:cNvPr>
          <p:cNvSpPr/>
          <p:nvPr/>
        </p:nvSpPr>
        <p:spPr>
          <a:xfrm>
            <a:off x="4175799" y="2118304"/>
            <a:ext cx="2375633" cy="2375633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CDC2BA-E06F-3A17-AA0C-9E9F0C442FFD}"/>
              </a:ext>
            </a:extLst>
          </p:cNvPr>
          <p:cNvSpPr txBox="1"/>
          <p:nvPr/>
        </p:nvSpPr>
        <p:spPr>
          <a:xfrm>
            <a:off x="4860913" y="2777631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79%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135509-CB07-3D6F-AF07-B088CB74CAF0}"/>
              </a:ext>
            </a:extLst>
          </p:cNvPr>
          <p:cNvSpPr txBox="1"/>
          <p:nvPr/>
        </p:nvSpPr>
        <p:spPr>
          <a:xfrm>
            <a:off x="4617121" y="3278667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55C4BC6-ED28-FB5B-0CD3-D6B049BBA72E}"/>
              </a:ext>
            </a:extLst>
          </p:cNvPr>
          <p:cNvSpPr/>
          <p:nvPr/>
        </p:nvSpPr>
        <p:spPr>
          <a:xfrm>
            <a:off x="7601985" y="4109700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60F811-F373-CF07-DC42-F0D933566E29}"/>
              </a:ext>
            </a:extLst>
          </p:cNvPr>
          <p:cNvSpPr txBox="1"/>
          <p:nvPr/>
        </p:nvSpPr>
        <p:spPr>
          <a:xfrm>
            <a:off x="8107323" y="4620424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28D3D8-3E5E-3A3F-F530-374E44EB9CAD}"/>
              </a:ext>
            </a:extLst>
          </p:cNvPr>
          <p:cNvSpPr txBox="1"/>
          <p:nvPr/>
        </p:nvSpPr>
        <p:spPr>
          <a:xfrm>
            <a:off x="7837083" y="5070661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583D4B-57DC-0349-86E0-0F100B5A4655}"/>
              </a:ext>
            </a:extLst>
          </p:cNvPr>
          <p:cNvSpPr txBox="1"/>
          <p:nvPr/>
        </p:nvSpPr>
        <p:spPr>
          <a:xfrm>
            <a:off x="423861" y="4837747"/>
            <a:ext cx="33014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gst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what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</a:t>
            </a:r>
          </a:p>
        </p:txBody>
      </p:sp>
    </p:spTree>
    <p:extLst>
      <p:ext uri="{BB962C8B-B14F-4D97-AF65-F5344CB8AC3E}">
        <p14:creationId xmlns:p14="http://schemas.microsoft.com/office/powerpoint/2010/main" val="352313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E7979-4E67-9A31-1144-B8EA4CD75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BBC440A-0E62-AEC0-710E-C6B6E6CD74B5}"/>
              </a:ext>
            </a:extLst>
          </p:cNvPr>
          <p:cNvSpPr/>
          <p:nvPr/>
        </p:nvSpPr>
        <p:spPr>
          <a:xfrm>
            <a:off x="9841608" y="1026862"/>
            <a:ext cx="1600488" cy="1535854"/>
          </a:xfrm>
          <a:prstGeom prst="roundRect">
            <a:avLst>
              <a:gd name="adj" fmla="val 15623"/>
            </a:avLst>
          </a:prstGeom>
          <a:solidFill>
            <a:schemeClr val="accent2">
              <a:lumMod val="20000"/>
              <a:lumOff val="8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26F82552-E2E2-C05C-DB0D-9D11B05A3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470" y="1625602"/>
            <a:ext cx="4402664" cy="44026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14B5C8-A1DF-3264-9587-A5EF14A8974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7AC092-A339-2B54-19BA-84330F91F84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89EE653-0143-CF84-1E7C-69C709AC7124}"/>
              </a:ext>
            </a:extLst>
          </p:cNvPr>
          <p:cNvGrpSpPr/>
          <p:nvPr/>
        </p:nvGrpSpPr>
        <p:grpSpPr>
          <a:xfrm>
            <a:off x="5002234" y="4732464"/>
            <a:ext cx="2143616" cy="1135331"/>
            <a:chOff x="4960669" y="4732464"/>
            <a:chExt cx="2143616" cy="1135331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9914B2F-C715-54F5-28B2-441746209DC9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30" descr="A person holding a book  Description automatically generated">
              <a:extLst>
                <a:ext uri="{FF2B5EF4-FFF2-40B4-BE49-F238E27FC236}">
                  <a16:creationId xmlns:a16="http://schemas.microsoft.com/office/drawing/2014/main" id="{18B0B3E9-5DC9-A112-FB20-EB47CE8D4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9" y="4732464"/>
              <a:ext cx="1135331" cy="1135331"/>
            </a:xfrm>
            <a:prstGeom prst="rect">
              <a:avLst/>
            </a:prstGeom>
          </p:spPr>
        </p:pic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93CE903-D75C-19BF-7E2B-9F54C0A63A39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29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2DBD15E7-B5D0-7810-5B2A-B42F7BE74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2E8922A-4546-B9AB-1060-D677024624F5}"/>
              </a:ext>
            </a:extLst>
          </p:cNvPr>
          <p:cNvSpPr txBox="1"/>
          <p:nvPr/>
        </p:nvSpPr>
        <p:spPr>
          <a:xfrm>
            <a:off x="423861" y="1625602"/>
            <a:ext cx="52826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CD2E102-6582-D787-38C0-B4FB0B1154E3}"/>
              </a:ext>
            </a:extLst>
          </p:cNvPr>
          <p:cNvSpPr/>
          <p:nvPr/>
        </p:nvSpPr>
        <p:spPr>
          <a:xfrm>
            <a:off x="9673166" y="1147565"/>
            <a:ext cx="1600488" cy="153585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44D220-A9DE-8864-3E8D-3DADFA316E3F}"/>
              </a:ext>
            </a:extLst>
          </p:cNvPr>
          <p:cNvSpPr txBox="1"/>
          <p:nvPr/>
        </p:nvSpPr>
        <p:spPr>
          <a:xfrm>
            <a:off x="10100429" y="1387292"/>
            <a:ext cx="745964" cy="442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50$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654DEF-7D98-1195-A303-23CBA57A137D}"/>
              </a:ext>
            </a:extLst>
          </p:cNvPr>
          <p:cNvSpPr txBox="1"/>
          <p:nvPr/>
        </p:nvSpPr>
        <p:spPr>
          <a:xfrm>
            <a:off x="9900820" y="1801964"/>
            <a:ext cx="114517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wthis</a:t>
            </a:r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</a:t>
            </a:r>
            <a:endParaRPr lang="en-US" sz="110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44C4341-C4DF-EA44-2A86-495D096307BB}"/>
              </a:ext>
            </a:extLst>
          </p:cNvPr>
          <p:cNvGrpSpPr/>
          <p:nvPr/>
        </p:nvGrpSpPr>
        <p:grpSpPr>
          <a:xfrm>
            <a:off x="4315351" y="5157254"/>
            <a:ext cx="285750" cy="285750"/>
            <a:chOff x="1054098" y="3143250"/>
            <a:chExt cx="285750" cy="28575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03503BD-2696-FEEA-DCB2-B19C42D9FCF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9A05FDF-2DCE-BC46-21E1-449A9333BE7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FECADD0-BA9D-2E11-7E7A-412200D964FA}"/>
              </a:ext>
            </a:extLst>
          </p:cNvPr>
          <p:cNvGrpSpPr/>
          <p:nvPr/>
        </p:nvGrpSpPr>
        <p:grpSpPr>
          <a:xfrm>
            <a:off x="10616452" y="430425"/>
            <a:ext cx="285750" cy="285750"/>
            <a:chOff x="1054098" y="3143250"/>
            <a:chExt cx="285750" cy="28575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25ADE9C-F427-4D01-A9CC-C577729F90F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E58773-B67F-3CF5-8E15-5899A8C3925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7547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67AF2-313C-5E11-C4EF-93068F3F2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AE2CE6B8-180D-1FB3-EF62-9B16A3DF7239}"/>
              </a:ext>
            </a:extLst>
          </p:cNvPr>
          <p:cNvSpPr/>
          <p:nvPr/>
        </p:nvSpPr>
        <p:spPr>
          <a:xfrm>
            <a:off x="6885708" y="280634"/>
            <a:ext cx="5306291" cy="3154596"/>
          </a:xfrm>
          <a:custGeom>
            <a:avLst/>
            <a:gdLst>
              <a:gd name="connsiteX0" fmla="*/ 1441747 w 5452272"/>
              <a:gd name="connsiteY0" fmla="*/ 0 h 3154596"/>
              <a:gd name="connsiteX1" fmla="*/ 1577298 w 5452272"/>
              <a:gd name="connsiteY1" fmla="*/ 0 h 3154596"/>
              <a:gd name="connsiteX2" fmla="*/ 5452272 w 5452272"/>
              <a:gd name="connsiteY2" fmla="*/ 0 h 3154596"/>
              <a:gd name="connsiteX3" fmla="*/ 5452272 w 5452272"/>
              <a:gd name="connsiteY3" fmla="*/ 3149020 h 3154596"/>
              <a:gd name="connsiteX4" fmla="*/ 1687723 w 5452272"/>
              <a:gd name="connsiteY4" fmla="*/ 3149020 h 3154596"/>
              <a:gd name="connsiteX5" fmla="*/ 1577298 w 5452272"/>
              <a:gd name="connsiteY5" fmla="*/ 3154596 h 3154596"/>
              <a:gd name="connsiteX6" fmla="*/ 1466873 w 5452272"/>
              <a:gd name="connsiteY6" fmla="*/ 3149020 h 3154596"/>
              <a:gd name="connsiteX7" fmla="*/ 1441747 w 5452272"/>
              <a:gd name="connsiteY7" fmla="*/ 3149020 h 3154596"/>
              <a:gd name="connsiteX8" fmla="*/ 1441747 w 5452272"/>
              <a:gd name="connsiteY8" fmla="*/ 3147751 h 3154596"/>
              <a:gd name="connsiteX9" fmla="*/ 1416028 w 5452272"/>
              <a:gd name="connsiteY9" fmla="*/ 3146453 h 3154596"/>
              <a:gd name="connsiteX10" fmla="*/ 0 w 5452272"/>
              <a:gd name="connsiteY10" fmla="*/ 1577298 h 3154596"/>
              <a:gd name="connsiteX11" fmla="*/ 1416028 w 5452272"/>
              <a:gd name="connsiteY11" fmla="*/ 8144 h 3154596"/>
              <a:gd name="connsiteX12" fmla="*/ 1441747 w 5452272"/>
              <a:gd name="connsiteY12" fmla="*/ 6845 h 3154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52272" h="3154596">
                <a:moveTo>
                  <a:pt x="1441747" y="0"/>
                </a:moveTo>
                <a:lnTo>
                  <a:pt x="1577298" y="0"/>
                </a:lnTo>
                <a:lnTo>
                  <a:pt x="5452272" y="0"/>
                </a:lnTo>
                <a:lnTo>
                  <a:pt x="5452272" y="3149020"/>
                </a:lnTo>
                <a:lnTo>
                  <a:pt x="1687723" y="3149020"/>
                </a:lnTo>
                <a:lnTo>
                  <a:pt x="1577298" y="3154596"/>
                </a:lnTo>
                <a:lnTo>
                  <a:pt x="1466873" y="3149020"/>
                </a:lnTo>
                <a:lnTo>
                  <a:pt x="1441747" y="3149020"/>
                </a:lnTo>
                <a:lnTo>
                  <a:pt x="1441747" y="3147751"/>
                </a:lnTo>
                <a:lnTo>
                  <a:pt x="1416028" y="3146453"/>
                </a:lnTo>
                <a:cubicBezTo>
                  <a:pt x="620666" y="3065679"/>
                  <a:pt x="0" y="2393971"/>
                  <a:pt x="0" y="1577298"/>
                </a:cubicBezTo>
                <a:cubicBezTo>
                  <a:pt x="0" y="760625"/>
                  <a:pt x="620666" y="88917"/>
                  <a:pt x="1416028" y="8144"/>
                </a:cubicBezTo>
                <a:lnTo>
                  <a:pt x="1441747" y="6845"/>
                </a:lnTo>
                <a:close/>
              </a:path>
            </a:pathLst>
          </a:custGeom>
          <a:solidFill>
            <a:schemeClr val="bg1">
              <a:lumMod val="95000"/>
              <a:alpha val="773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900813F2-5836-EA2C-A4AA-253902079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298" y="571231"/>
            <a:ext cx="2573402" cy="25734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E079EA-7450-5507-02FC-55870016205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E0192F-3C09-33D9-99E4-6A8ED5C7438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01E5EB-8660-882E-0FEA-CA2516395EAB}"/>
              </a:ext>
            </a:extLst>
          </p:cNvPr>
          <p:cNvSpPr txBox="1"/>
          <p:nvPr/>
        </p:nvSpPr>
        <p:spPr>
          <a:xfrm>
            <a:off x="423861" y="1339823"/>
            <a:ext cx="50477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245685A-9804-A569-98C9-D91F5F7E5323}"/>
              </a:ext>
            </a:extLst>
          </p:cNvPr>
          <p:cNvGrpSpPr/>
          <p:nvPr/>
        </p:nvGrpSpPr>
        <p:grpSpPr>
          <a:xfrm>
            <a:off x="522334" y="3699801"/>
            <a:ext cx="3205604" cy="2110153"/>
            <a:chOff x="522334" y="3953021"/>
            <a:chExt cx="3205604" cy="2110153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9CC9B28B-2ABE-4E49-387B-0FB4238E45B5}"/>
                </a:ext>
              </a:extLst>
            </p:cNvPr>
            <p:cNvSpPr/>
            <p:nvPr/>
          </p:nvSpPr>
          <p:spPr>
            <a:xfrm>
              <a:off x="522334" y="3953021"/>
              <a:ext cx="3205604" cy="2110153"/>
            </a:xfrm>
            <a:prstGeom prst="roundRect">
              <a:avLst>
                <a:gd name="adj" fmla="val 11943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2EDFD64-97B2-A482-38AD-7A381E6832D1}"/>
                </a:ext>
              </a:extLst>
            </p:cNvPr>
            <p:cNvSpPr txBox="1"/>
            <p:nvPr/>
          </p:nvSpPr>
          <p:spPr>
            <a:xfrm>
              <a:off x="773184" y="438418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4A00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738DDB-6033-B0DD-7396-AD02C3CDC8C8}"/>
                </a:ext>
              </a:extLst>
            </p:cNvPr>
            <p:cNvSpPr txBox="1"/>
            <p:nvPr/>
          </p:nvSpPr>
          <p:spPr>
            <a:xfrm>
              <a:off x="773184" y="4672037"/>
              <a:ext cx="251931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E35DF16-9889-8C65-8D3C-D54A06447A14}"/>
              </a:ext>
            </a:extLst>
          </p:cNvPr>
          <p:cNvGrpSpPr/>
          <p:nvPr/>
        </p:nvGrpSpPr>
        <p:grpSpPr>
          <a:xfrm>
            <a:off x="4493198" y="3699802"/>
            <a:ext cx="3205604" cy="2110154"/>
            <a:chOff x="522334" y="3953022"/>
            <a:chExt cx="3205604" cy="2110154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4C61D53C-CAEE-20DC-D548-6623C84E8A27}"/>
                </a:ext>
              </a:extLst>
            </p:cNvPr>
            <p:cNvSpPr/>
            <p:nvPr/>
          </p:nvSpPr>
          <p:spPr>
            <a:xfrm>
              <a:off x="522334" y="3953022"/>
              <a:ext cx="3205604" cy="2110154"/>
            </a:xfrm>
            <a:prstGeom prst="roundRect">
              <a:avLst>
                <a:gd name="adj" fmla="val 1194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0F178E-9AA1-FD79-2B56-513CDDD392E4}"/>
                </a:ext>
              </a:extLst>
            </p:cNvPr>
            <p:cNvSpPr txBox="1"/>
            <p:nvPr/>
          </p:nvSpPr>
          <p:spPr>
            <a:xfrm>
              <a:off x="773184" y="4427052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5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A523E4-3272-5F58-2C5C-569A116063BD}"/>
                </a:ext>
              </a:extLst>
            </p:cNvPr>
            <p:cNvSpPr txBox="1"/>
            <p:nvPr/>
          </p:nvSpPr>
          <p:spPr>
            <a:xfrm>
              <a:off x="773184" y="4714901"/>
              <a:ext cx="252961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C9DC76B-21C9-FFB0-21B2-FD3CF176E9C5}"/>
              </a:ext>
            </a:extLst>
          </p:cNvPr>
          <p:cNvGrpSpPr/>
          <p:nvPr/>
        </p:nvGrpSpPr>
        <p:grpSpPr>
          <a:xfrm>
            <a:off x="8464062" y="3699801"/>
            <a:ext cx="3205604" cy="2110155"/>
            <a:chOff x="522334" y="3953021"/>
            <a:chExt cx="3205604" cy="2110155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B0C82584-F600-651F-F592-65DD9F1A58A4}"/>
                </a:ext>
              </a:extLst>
            </p:cNvPr>
            <p:cNvSpPr/>
            <p:nvPr/>
          </p:nvSpPr>
          <p:spPr>
            <a:xfrm>
              <a:off x="522334" y="3953021"/>
              <a:ext cx="3205604" cy="2110155"/>
            </a:xfrm>
            <a:prstGeom prst="roundRect">
              <a:avLst>
                <a:gd name="adj" fmla="val 11943"/>
              </a:avLst>
            </a:prstGeom>
            <a:solidFill>
              <a:schemeClr val="accent2">
                <a:lumMod val="20000"/>
                <a:lumOff val="80000"/>
                <a:alpha val="4212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9B4655-6260-2A8F-13E0-0F504DA45D2C}"/>
                </a:ext>
              </a:extLst>
            </p:cNvPr>
            <p:cNvSpPr txBox="1"/>
            <p:nvPr/>
          </p:nvSpPr>
          <p:spPr>
            <a:xfrm>
              <a:off x="773184" y="445562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2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190F8F-EC8C-E57C-30DA-98E68F1C4EB2}"/>
                </a:ext>
              </a:extLst>
            </p:cNvPr>
            <p:cNvSpPr txBox="1"/>
            <p:nvPr/>
          </p:nvSpPr>
          <p:spPr>
            <a:xfrm>
              <a:off x="773184" y="4743477"/>
              <a:ext cx="245549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9D75C65-9012-5D86-9D8A-DA93FE3D2C0D}"/>
              </a:ext>
            </a:extLst>
          </p:cNvPr>
          <p:cNvGrpSpPr/>
          <p:nvPr/>
        </p:nvGrpSpPr>
        <p:grpSpPr>
          <a:xfrm>
            <a:off x="11194666" y="3967750"/>
            <a:ext cx="194546" cy="194546"/>
            <a:chOff x="1054098" y="3143250"/>
            <a:chExt cx="285750" cy="28575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1AE4AE2-894B-7FED-A9DE-AFDDB029523F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E536765-FE47-8EF1-8554-75A8379E32B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0B21B2B-F410-8315-7BC7-9A2B0209089A}"/>
              </a:ext>
            </a:extLst>
          </p:cNvPr>
          <p:cNvGrpSpPr/>
          <p:nvPr/>
        </p:nvGrpSpPr>
        <p:grpSpPr>
          <a:xfrm>
            <a:off x="7220644" y="3967750"/>
            <a:ext cx="194546" cy="194546"/>
            <a:chOff x="1054098" y="3143250"/>
            <a:chExt cx="285750" cy="28575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8DF6EA5-2B2B-D633-999D-AF03C8EA26C8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B477E95-B0F8-E6E3-7257-F3B28220B9D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E103710-45B3-28D4-73A7-A98521767E2D}"/>
              </a:ext>
            </a:extLst>
          </p:cNvPr>
          <p:cNvGrpSpPr/>
          <p:nvPr/>
        </p:nvGrpSpPr>
        <p:grpSpPr>
          <a:xfrm>
            <a:off x="3251297" y="3967750"/>
            <a:ext cx="194546" cy="194546"/>
            <a:chOff x="1054098" y="3143250"/>
            <a:chExt cx="285750" cy="28575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76B9422-D4E6-6FAA-FDA9-7AF668735DAC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4655B3E-60B5-5F3B-55AC-FD317B2EE52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D5588D5-932D-699F-6419-B1B69C58C2B7}"/>
              </a:ext>
            </a:extLst>
          </p:cNvPr>
          <p:cNvGrpSpPr/>
          <p:nvPr/>
        </p:nvGrpSpPr>
        <p:grpSpPr>
          <a:xfrm>
            <a:off x="7405968" y="1343020"/>
            <a:ext cx="1944409" cy="1029824"/>
            <a:chOff x="4960668" y="4732464"/>
            <a:chExt cx="2143617" cy="1135331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E783E37-8832-0133-AA3A-6242FF3B1373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Picture 46" descr="A person holding a book  Description automatically generated">
              <a:extLst>
                <a:ext uri="{FF2B5EF4-FFF2-40B4-BE49-F238E27FC236}">
                  <a16:creationId xmlns:a16="http://schemas.microsoft.com/office/drawing/2014/main" id="{709E225E-647A-A491-4A4C-4CDFAE651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8" y="4732464"/>
              <a:ext cx="1135330" cy="1135331"/>
            </a:xfrm>
            <a:prstGeom prst="rect">
              <a:avLst/>
            </a:prstGeom>
          </p:spPr>
        </p:pic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BA77DEF-E500-602A-55D5-89E0CF82B677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Picture 48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E2D6635E-93CB-51D5-32B6-77F2FAC68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D8F78B4-10E0-BA5E-31A2-1B9FF2ED3044}"/>
              </a:ext>
            </a:extLst>
          </p:cNvPr>
          <p:cNvGrpSpPr/>
          <p:nvPr/>
        </p:nvGrpSpPr>
        <p:grpSpPr>
          <a:xfrm>
            <a:off x="6752174" y="1715057"/>
            <a:ext cx="285750" cy="285750"/>
            <a:chOff x="1054098" y="3143250"/>
            <a:chExt cx="285750" cy="28575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BDE238E-453F-E487-68C5-1547AFD3604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2B88662-7DA7-FE88-A793-15B462AE330B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0237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CE861-D7DC-D429-B197-EE49AAA9B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7148EC-5DC9-8E74-E447-F4F6756083AA}"/>
              </a:ext>
            </a:extLst>
          </p:cNvPr>
          <p:cNvCxnSpPr>
            <a:cxnSpLocks/>
          </p:cNvCxnSpPr>
          <p:nvPr/>
        </p:nvCxnSpPr>
        <p:spPr>
          <a:xfrm flipH="1">
            <a:off x="371076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0CD94E-87C8-7635-5E49-7B66637EC66B}"/>
              </a:ext>
            </a:extLst>
          </p:cNvPr>
          <p:cNvCxnSpPr>
            <a:cxnSpLocks/>
          </p:cNvCxnSpPr>
          <p:nvPr/>
        </p:nvCxnSpPr>
        <p:spPr>
          <a:xfrm>
            <a:off x="412978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96C05D3-3C14-4C4F-B621-B02AC135E2C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08337-3062-AAA3-25B2-10E7A3693C78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242EB4EC-1719-6E29-C558-4C9787265A8B}"/>
              </a:ext>
            </a:extLst>
          </p:cNvPr>
          <p:cNvSpPr/>
          <p:nvPr/>
        </p:nvSpPr>
        <p:spPr>
          <a:xfrm>
            <a:off x="75128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1(Highlighted)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B9C3D8F-45EB-FFA2-460F-57FCE01C2F67}"/>
              </a:ext>
            </a:extLst>
          </p:cNvPr>
          <p:cNvGrpSpPr/>
          <p:nvPr/>
        </p:nvGrpSpPr>
        <p:grpSpPr>
          <a:xfrm>
            <a:off x="4034826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3EB9B36-0FE2-799F-CE78-493E5E58408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7E98540-5AC2-25A4-DAB6-89225642F60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8BCB075-6ECE-456F-9F1C-CF87E96261F8}"/>
              </a:ext>
            </a:extLst>
          </p:cNvPr>
          <p:cNvSpPr/>
          <p:nvPr/>
        </p:nvSpPr>
        <p:spPr>
          <a:xfrm>
            <a:off x="75128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C14442-E921-091A-BBF4-1C57F0FB485B}"/>
              </a:ext>
            </a:extLst>
          </p:cNvPr>
          <p:cNvSpPr txBox="1"/>
          <p:nvPr/>
        </p:nvSpPr>
        <p:spPr>
          <a:xfrm>
            <a:off x="75128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A4ACFC-2278-72CF-B975-5140EA8CBECD}"/>
              </a:ext>
            </a:extLst>
          </p:cNvPr>
          <p:cNvSpPr txBox="1"/>
          <p:nvPr/>
        </p:nvSpPr>
        <p:spPr>
          <a:xfrm>
            <a:off x="75128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2408BC-9349-C29C-39B9-A12803940658}"/>
              </a:ext>
            </a:extLst>
          </p:cNvPr>
          <p:cNvSpPr txBox="1"/>
          <p:nvPr/>
        </p:nvSpPr>
        <p:spPr>
          <a:xfrm>
            <a:off x="75128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81AA04-CD4D-DC48-321C-378C6EC2869E}"/>
              </a:ext>
            </a:extLst>
          </p:cNvPr>
          <p:cNvCxnSpPr>
            <a:cxnSpLocks/>
          </p:cNvCxnSpPr>
          <p:nvPr/>
        </p:nvCxnSpPr>
        <p:spPr>
          <a:xfrm flipH="1">
            <a:off x="7359421" y="1878500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6601580-B01F-6F88-3479-BE275C320795}"/>
              </a:ext>
            </a:extLst>
          </p:cNvPr>
          <p:cNvCxnSpPr>
            <a:cxnSpLocks/>
          </p:cNvCxnSpPr>
          <p:nvPr/>
        </p:nvCxnSpPr>
        <p:spPr>
          <a:xfrm>
            <a:off x="7778436" y="1873893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oogle Shape;6381;p703">
            <a:extLst>
              <a:ext uri="{FF2B5EF4-FFF2-40B4-BE49-F238E27FC236}">
                <a16:creationId xmlns:a16="http://schemas.microsoft.com/office/drawing/2014/main" id="{F78B92BF-D0DA-4A20-9123-519BF356707F}"/>
              </a:ext>
            </a:extLst>
          </p:cNvPr>
          <p:cNvSpPr/>
          <p:nvPr/>
        </p:nvSpPr>
        <p:spPr>
          <a:xfrm>
            <a:off x="4399937" y="1583722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2 (Un-Highlighted)</a:t>
            </a:r>
            <a:endParaRPr kumimoji="0" lang="en-GB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CE35A10-1235-B1E5-4FFA-FFCA7B7C9F9B}"/>
              </a:ext>
            </a:extLst>
          </p:cNvPr>
          <p:cNvSpPr/>
          <p:nvPr/>
        </p:nvSpPr>
        <p:spPr>
          <a:xfrm>
            <a:off x="4399937" y="2292018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F622A1-66F9-86B7-7AF7-5F49F7DD4364}"/>
              </a:ext>
            </a:extLst>
          </p:cNvPr>
          <p:cNvSpPr txBox="1"/>
          <p:nvPr/>
        </p:nvSpPr>
        <p:spPr>
          <a:xfrm>
            <a:off x="4399937" y="4044675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3D8A15-6A56-82B8-D0B8-D41E14206954}"/>
              </a:ext>
            </a:extLst>
          </p:cNvPr>
          <p:cNvSpPr txBox="1"/>
          <p:nvPr/>
        </p:nvSpPr>
        <p:spPr>
          <a:xfrm>
            <a:off x="4399937" y="4279142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372655-C28A-D258-18C6-84F53D905BEC}"/>
              </a:ext>
            </a:extLst>
          </p:cNvPr>
          <p:cNvSpPr txBox="1"/>
          <p:nvPr/>
        </p:nvSpPr>
        <p:spPr>
          <a:xfrm>
            <a:off x="4399937" y="5007792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1AEED58-0299-35B9-6932-88F7BD089582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A5E9A01-3F1F-F172-04AF-C014F6292D81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BC69B83D-3A4B-2874-A442-8A560A51B1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8ABB037-50C8-CA21-056F-F20FF4A6956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8D94AE-CCAE-C9F3-E761-6ADE7DDF2BE9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0D50D2-B865-F2C8-5D69-59E823785DD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79E583-DD64-2537-F8FF-48B9AE74CEFD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ED03B54-8BF6-360F-7F7E-8C4C2C067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749" y="2454583"/>
            <a:ext cx="2257404" cy="135342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FE24525-1C28-AA1F-EA72-E49CBFB00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292B9C0-7E2D-8E99-56CF-6C8BF5575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6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DEEF1-C55A-C6D7-D9F2-B450E466F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522ED26-0CC3-C4FA-AED8-BBBDFC389F0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0E02A1E-B472-AB6D-8DDE-1591096B1D9F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20DFD1-4959-82E7-5F75-87267EAA84B2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A932362-F6BA-C65E-4920-8813EAE2049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192792-0B71-9F3A-36EA-55B8AEF2E209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042CAC8A-5031-A73E-0AB6-8A0432BA5777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5DA7525-00FD-4E44-C34D-F008219D05C9}"/>
              </a:ext>
            </a:extLst>
          </p:cNvPr>
          <p:cNvGrpSpPr/>
          <p:nvPr/>
        </p:nvGrpSpPr>
        <p:grpSpPr>
          <a:xfrm>
            <a:off x="7685674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EB9BE96-C7AE-C9D6-5B0C-B9569F5BB28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03474AF-5F15-FC47-1FC4-7AEC65C48B5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35799C2-A7C5-EB21-DE36-407AFDEF52EC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35F0F1-0CE1-4C09-9563-61403C21EDE0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189368-2C18-2B08-3D88-F029B6CB5C16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2C903CA-93DD-336C-587F-9A5AB891D9EA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D4E2E72-A154-B3A1-B09F-810EBBE1D167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83302EC2-7832-6FB4-B133-E34B508B6E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6F85471-C685-85EA-0097-769C73BA03D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F9958B-B180-A969-A8CB-F9DA55CF4596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9296F5-AB94-7FE2-ACB7-AF1847A24316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BDA817-9F73-0566-0C94-7DAA26D42CE6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C8E08FD-3CE5-2C64-0998-272BC5B74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B6EF815-D0E7-B219-B02A-377C617F63CC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315C8A-4E51-53F9-B224-E786BF3DAB07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A47B853B-BA9C-CCE8-ABC9-4C75B036DF20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6DE171D-BA25-07B7-C77A-0D4E6CDF2CCB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743FB0-675E-A24D-0035-58BBE6D2A321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86599E-6FFD-8642-C01B-C8BBFBF046E1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1499C7-DFBA-510D-B5E1-E5E287E5EAD6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4103860C-D4A5-CE36-7303-74015B399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B909C64-345C-410B-BA0C-700471956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560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BAB0B-85F1-4C60-13E1-226089B99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FCE5B2A-AC86-06E1-8FC8-83866339457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0581BD-FC88-493B-2224-73F62F8F2380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2D7FC2-893E-A331-F016-2167E191571B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0B4295-3CE4-01EE-C59D-3F0456B04CE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2B306-EC61-B4AC-0168-92F6BE7F772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3F3685D6-85A0-57C1-CC53-9D65B14E0F08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AEAEA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AA0887-17FE-23C3-E470-2A5AD38463C4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2D122D-E5D8-F37A-B3E0-9D97193C23F2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9AAE57-3464-D3C3-CA40-90B817E9BB74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6C4A3A7-0BB4-8E0C-520F-7D4BCCD371C7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FC50130-D8F9-590D-EF43-40207C3EC713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9EFB781F-2113-87E3-A7FC-B6816B845E0C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bg1"/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BA1ACFB-F6C5-BDB1-C361-4DE18E3E7FB9}"/>
              </a:ext>
            </a:extLst>
          </p:cNvPr>
          <p:cNvGrpSpPr/>
          <p:nvPr/>
        </p:nvGrpSpPr>
        <p:grpSpPr>
          <a:xfrm>
            <a:off x="11331636" y="5723902"/>
            <a:ext cx="189907" cy="189907"/>
            <a:chOff x="1054098" y="3143250"/>
            <a:chExt cx="285750" cy="28575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DD8EC59-2EE9-B98A-9BCF-E979637932D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A58B46C-32AA-DE90-A46F-6FB24F1256E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8E70B85-13CE-09BA-DFE7-EB70654564F6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BD52F1-0F8D-04A5-F62D-7DCCC1CF0784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14173F-8D60-BC62-8240-250D840F0FA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FD6CC0-7BEB-2163-4F71-9133C30DBDCF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EECBB90-2107-BAE2-D254-CC2D3DF41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452A428-DB88-3AA6-C95C-760E19E2C149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EE5949-5D31-4C02-D31B-EDA1E8AC44E0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E6EA9921-EB89-8995-87B8-4B5D11BC85F5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3FA2599-A53D-2781-6D67-9B727B70CBA3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E8453AE-A549-A43E-E727-56904BAE723E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0907E7-7B97-09FE-6AE2-6886EAFF1FA6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F7A9D3F-9489-B68D-0193-090F62AD3CA4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6C713B0-BB8B-0990-02C9-2611BB144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AC1675D-FD69-9B45-9E19-097327859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23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0E4322D9-A454-84DA-F506-E37ECFED4C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8EECF0-EDA5-A421-BAE2-A0F639772E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Roadmap/Project Plan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6C86B-F237-9499-3BE8-4BF83D8BF05C}"/>
              </a:ext>
            </a:extLst>
          </p:cNvPr>
          <p:cNvSpPr/>
          <p:nvPr/>
        </p:nvSpPr>
        <p:spPr>
          <a:xfrm>
            <a:off x="431800" y="1136959"/>
            <a:ext cx="1711716" cy="592783"/>
          </a:xfrm>
          <a:prstGeom prst="roundRect">
            <a:avLst>
              <a:gd name="adj" fmla="val 8276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3A23DB5-12E3-09EF-D697-1E2388207CBC}"/>
              </a:ext>
            </a:extLst>
          </p:cNvPr>
          <p:cNvSpPr/>
          <p:nvPr/>
        </p:nvSpPr>
        <p:spPr>
          <a:xfrm>
            <a:off x="431800" y="1856856"/>
            <a:ext cx="1711716" cy="1745387"/>
          </a:xfrm>
          <a:prstGeom prst="roundRect">
            <a:avLst>
              <a:gd name="adj" fmla="val 3482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Major Features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BFBA86-58CC-CA2D-2055-03E4FC3D70FD}"/>
              </a:ext>
            </a:extLst>
          </p:cNvPr>
          <p:cNvSpPr txBox="1"/>
          <p:nvPr/>
        </p:nvSpPr>
        <p:spPr>
          <a:xfrm>
            <a:off x="514850" y="1294851"/>
            <a:ext cx="1545616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Poppins Medium" pitchFamily="2" charset="77"/>
                <a:cs typeface="Poppins Medium" pitchFamily="2" charset="77"/>
              </a:rPr>
              <a:t>Skills Assessment</a:t>
            </a:r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0DD9126-A1AE-E854-D4B0-2D24E2E73844}"/>
              </a:ext>
            </a:extLst>
          </p:cNvPr>
          <p:cNvSpPr/>
          <p:nvPr/>
        </p:nvSpPr>
        <p:spPr>
          <a:xfrm>
            <a:off x="431799" y="3682566"/>
            <a:ext cx="1711716" cy="795318"/>
          </a:xfrm>
          <a:prstGeom prst="roundRect">
            <a:avLst>
              <a:gd name="adj" fmla="val 13786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Integrations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B07EEDF-B02D-BD4A-4360-66436D911B30}"/>
              </a:ext>
            </a:extLst>
          </p:cNvPr>
          <p:cNvSpPr/>
          <p:nvPr/>
        </p:nvSpPr>
        <p:spPr>
          <a:xfrm>
            <a:off x="429894" y="5529658"/>
            <a:ext cx="1711716" cy="341558"/>
          </a:xfrm>
          <a:prstGeom prst="roundRect">
            <a:avLst>
              <a:gd name="adj" fmla="val 25267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Tech Debt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F0AEC50-09AA-DFC2-EC60-6091E87DCC01}"/>
              </a:ext>
            </a:extLst>
          </p:cNvPr>
          <p:cNvSpPr/>
          <p:nvPr/>
        </p:nvSpPr>
        <p:spPr>
          <a:xfrm>
            <a:off x="429894" y="5095140"/>
            <a:ext cx="1711716" cy="341558"/>
          </a:xfrm>
          <a:prstGeom prst="roundRect">
            <a:avLst>
              <a:gd name="adj" fmla="val 21549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Compilers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16EFBDA-8323-361E-EE7B-0828A37BA3CB}"/>
              </a:ext>
            </a:extLst>
          </p:cNvPr>
          <p:cNvSpPr/>
          <p:nvPr/>
        </p:nvSpPr>
        <p:spPr>
          <a:xfrm>
            <a:off x="429894" y="4635776"/>
            <a:ext cx="1711716" cy="357242"/>
          </a:xfrm>
          <a:prstGeom prst="roundRect">
            <a:avLst>
              <a:gd name="adj" fmla="val 6676"/>
            </a:avLst>
          </a:prstGeom>
          <a:solidFill>
            <a:srgbClr val="44546A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Proctoring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9755CC6-DBC3-63C4-5012-F7271CC9D205}"/>
              </a:ext>
            </a:extLst>
          </p:cNvPr>
          <p:cNvSpPr/>
          <p:nvPr/>
        </p:nvSpPr>
        <p:spPr>
          <a:xfrm>
            <a:off x="2303749" y="1136959"/>
            <a:ext cx="9456452" cy="592783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5F5B68C-D6A4-660A-233A-A483235C398F}"/>
              </a:ext>
            </a:extLst>
          </p:cNvPr>
          <p:cNvSpPr/>
          <p:nvPr/>
        </p:nvSpPr>
        <p:spPr>
          <a:xfrm>
            <a:off x="2303750" y="1815861"/>
            <a:ext cx="9456452" cy="443744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15CAA39-D9B8-4772-33EE-28CB87A899C4}"/>
              </a:ext>
            </a:extLst>
          </p:cNvPr>
          <p:cNvSpPr/>
          <p:nvPr/>
        </p:nvSpPr>
        <p:spPr>
          <a:xfrm>
            <a:off x="2303749" y="2340067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428D67A-6248-8FE1-8B99-E38C57D003DE}"/>
              </a:ext>
            </a:extLst>
          </p:cNvPr>
          <p:cNvSpPr/>
          <p:nvPr/>
        </p:nvSpPr>
        <p:spPr>
          <a:xfrm>
            <a:off x="2313841" y="2777769"/>
            <a:ext cx="9456452" cy="469501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9A16F3E-5829-C346-8456-112BC53BBF21}"/>
              </a:ext>
            </a:extLst>
          </p:cNvPr>
          <p:cNvSpPr/>
          <p:nvPr/>
        </p:nvSpPr>
        <p:spPr>
          <a:xfrm>
            <a:off x="2303750" y="3327732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76C5D82-00D2-A26C-B6E4-F1A732BE627F}"/>
              </a:ext>
            </a:extLst>
          </p:cNvPr>
          <p:cNvSpPr/>
          <p:nvPr/>
        </p:nvSpPr>
        <p:spPr>
          <a:xfrm>
            <a:off x="2303749" y="3765434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A4F4C63-410A-A790-4A6F-9162702BA804}"/>
              </a:ext>
            </a:extLst>
          </p:cNvPr>
          <p:cNvSpPr/>
          <p:nvPr/>
        </p:nvSpPr>
        <p:spPr>
          <a:xfrm>
            <a:off x="2313841" y="4203136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5F90ACA-DC92-9247-827E-52CE19C2EAC8}"/>
              </a:ext>
            </a:extLst>
          </p:cNvPr>
          <p:cNvSpPr/>
          <p:nvPr/>
        </p:nvSpPr>
        <p:spPr>
          <a:xfrm>
            <a:off x="2303750" y="46408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631C730-6C56-8E62-3697-F27BDFF46DF2}"/>
              </a:ext>
            </a:extLst>
          </p:cNvPr>
          <p:cNvSpPr/>
          <p:nvPr/>
        </p:nvSpPr>
        <p:spPr>
          <a:xfrm>
            <a:off x="2303749" y="5078540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0D36698-7EA4-A685-6A0F-DDE49F3F4C4B}"/>
              </a:ext>
            </a:extLst>
          </p:cNvPr>
          <p:cNvSpPr/>
          <p:nvPr/>
        </p:nvSpPr>
        <p:spPr>
          <a:xfrm>
            <a:off x="2313841" y="55162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AAEF941-985F-6B8C-DB82-EAB24CB27690}"/>
              </a:ext>
            </a:extLst>
          </p:cNvPr>
          <p:cNvCxnSpPr>
            <a:cxnSpLocks/>
          </p:cNvCxnSpPr>
          <p:nvPr/>
        </p:nvCxnSpPr>
        <p:spPr>
          <a:xfrm>
            <a:off x="2303749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B582672-5922-DDC8-C867-1695F22DE50D}"/>
              </a:ext>
            </a:extLst>
          </p:cNvPr>
          <p:cNvCxnSpPr>
            <a:cxnSpLocks/>
          </p:cNvCxnSpPr>
          <p:nvPr/>
        </p:nvCxnSpPr>
        <p:spPr>
          <a:xfrm>
            <a:off x="11752093" y="1421285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954C000-2EE3-8447-5D4B-2081621C6066}"/>
              </a:ext>
            </a:extLst>
          </p:cNvPr>
          <p:cNvCxnSpPr>
            <a:cxnSpLocks/>
          </p:cNvCxnSpPr>
          <p:nvPr/>
        </p:nvCxnSpPr>
        <p:spPr>
          <a:xfrm>
            <a:off x="4665835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8DDC795-3895-0338-BFE7-2AF0408DD0CD}"/>
              </a:ext>
            </a:extLst>
          </p:cNvPr>
          <p:cNvCxnSpPr>
            <a:cxnSpLocks/>
          </p:cNvCxnSpPr>
          <p:nvPr/>
        </p:nvCxnSpPr>
        <p:spPr>
          <a:xfrm>
            <a:off x="7027921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10DD7C-7A3E-F55F-4A88-8FDDADD060BC}"/>
              </a:ext>
            </a:extLst>
          </p:cNvPr>
          <p:cNvCxnSpPr>
            <a:cxnSpLocks/>
          </p:cNvCxnSpPr>
          <p:nvPr/>
        </p:nvCxnSpPr>
        <p:spPr>
          <a:xfrm>
            <a:off x="9390007" y="14218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EC28C4F-FD8A-70C3-BC22-EEC0118A0C30}"/>
              </a:ext>
            </a:extLst>
          </p:cNvPr>
          <p:cNvCxnSpPr>
            <a:cxnSpLocks/>
          </p:cNvCxnSpPr>
          <p:nvPr/>
        </p:nvCxnSpPr>
        <p:spPr>
          <a:xfrm flipH="1">
            <a:off x="4672716" y="113095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8E28D64-F016-1C43-CC09-A6884800B72E}"/>
              </a:ext>
            </a:extLst>
          </p:cNvPr>
          <p:cNvCxnSpPr>
            <a:cxnSpLocks/>
          </p:cNvCxnSpPr>
          <p:nvPr/>
        </p:nvCxnSpPr>
        <p:spPr>
          <a:xfrm flipH="1">
            <a:off x="7034271" y="1145560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AE63C3-6345-22A7-5EFA-A251613CB767}"/>
              </a:ext>
            </a:extLst>
          </p:cNvPr>
          <p:cNvCxnSpPr>
            <a:cxnSpLocks/>
          </p:cNvCxnSpPr>
          <p:nvPr/>
        </p:nvCxnSpPr>
        <p:spPr>
          <a:xfrm flipH="1">
            <a:off x="9397093" y="113152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33260AD-426E-275A-27A0-8B7A13CA96B3}"/>
              </a:ext>
            </a:extLst>
          </p:cNvPr>
          <p:cNvSpPr txBox="1"/>
          <p:nvPr/>
        </p:nvSpPr>
        <p:spPr>
          <a:xfrm>
            <a:off x="2956243" y="1279462"/>
            <a:ext cx="88998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Sept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F15AA6-4078-CCE1-EC17-CB583C574BBA}"/>
              </a:ext>
            </a:extLst>
          </p:cNvPr>
          <p:cNvSpPr txBox="1"/>
          <p:nvPr/>
        </p:nvSpPr>
        <p:spPr>
          <a:xfrm>
            <a:off x="5447326" y="1279462"/>
            <a:ext cx="79701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Oct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D7096E-A2C6-1E83-C634-97EFAE46EEA0}"/>
              </a:ext>
            </a:extLst>
          </p:cNvPr>
          <p:cNvSpPr txBox="1"/>
          <p:nvPr/>
        </p:nvSpPr>
        <p:spPr>
          <a:xfrm>
            <a:off x="7773357" y="1279462"/>
            <a:ext cx="82907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Nov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7FFBF4-8CFA-B158-5647-1669F99DE82D}"/>
              </a:ext>
            </a:extLst>
          </p:cNvPr>
          <p:cNvSpPr txBox="1"/>
          <p:nvPr/>
        </p:nvSpPr>
        <p:spPr>
          <a:xfrm>
            <a:off x="10135694" y="1266483"/>
            <a:ext cx="82586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Dec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3" name="Rounded Rectangle 80">
            <a:extLst>
              <a:ext uri="{FF2B5EF4-FFF2-40B4-BE49-F238E27FC236}">
                <a16:creationId xmlns:a16="http://schemas.microsoft.com/office/drawing/2014/main" id="{BD1E37BC-B016-2F4E-1D1D-F232DD82F4B9}"/>
              </a:ext>
            </a:extLst>
          </p:cNvPr>
          <p:cNvSpPr/>
          <p:nvPr/>
        </p:nvSpPr>
        <p:spPr>
          <a:xfrm>
            <a:off x="9601719" y="5516235"/>
            <a:ext cx="2145162" cy="342501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PDF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eng.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Revamp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99BC6CB-2705-CDEC-3545-652BF24E2D17}"/>
              </a:ext>
            </a:extLst>
          </p:cNvPr>
          <p:cNvCxnSpPr>
            <a:cxnSpLocks/>
          </p:cNvCxnSpPr>
          <p:nvPr/>
        </p:nvCxnSpPr>
        <p:spPr>
          <a:xfrm>
            <a:off x="3484792" y="1410559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254E98B-E3EC-152F-70BF-40AB801C55C7}"/>
              </a:ext>
            </a:extLst>
          </p:cNvPr>
          <p:cNvCxnSpPr>
            <a:cxnSpLocks/>
          </p:cNvCxnSpPr>
          <p:nvPr/>
        </p:nvCxnSpPr>
        <p:spPr>
          <a:xfrm>
            <a:off x="5849617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9B06677-DC5B-D806-E5CD-F3E653CD8B71}"/>
              </a:ext>
            </a:extLst>
          </p:cNvPr>
          <p:cNvCxnSpPr>
            <a:cxnSpLocks/>
          </p:cNvCxnSpPr>
          <p:nvPr/>
        </p:nvCxnSpPr>
        <p:spPr>
          <a:xfrm>
            <a:off x="8216050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629EE90-7078-E34A-8763-9FC8D1B36684}"/>
              </a:ext>
            </a:extLst>
          </p:cNvPr>
          <p:cNvCxnSpPr>
            <a:cxnSpLocks/>
          </p:cNvCxnSpPr>
          <p:nvPr/>
        </p:nvCxnSpPr>
        <p:spPr>
          <a:xfrm>
            <a:off x="10573515" y="1410557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A3A8EBC-11E6-945C-A7EC-C9B1B7DEFB3A}"/>
              </a:ext>
            </a:extLst>
          </p:cNvPr>
          <p:cNvSpPr/>
          <p:nvPr/>
        </p:nvSpPr>
        <p:spPr>
          <a:xfrm>
            <a:off x="6270990" y="5066554"/>
            <a:ext cx="734518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MySQL 9.0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15B7962-E304-9FBC-AA2B-5A0BC3CBC8C9}"/>
              </a:ext>
            </a:extLst>
          </p:cNvPr>
          <p:cNvSpPr/>
          <p:nvPr/>
        </p:nvSpPr>
        <p:spPr>
          <a:xfrm>
            <a:off x="3302842" y="5070003"/>
            <a:ext cx="1373005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C# Mono v6.12.0 Stable C# 12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B22308A-5339-9DA1-4CAA-5998E056E3AD}"/>
              </a:ext>
            </a:extLst>
          </p:cNvPr>
          <p:cNvSpPr/>
          <p:nvPr/>
        </p:nvSpPr>
        <p:spPr>
          <a:xfrm>
            <a:off x="4702255" y="5070003"/>
            <a:ext cx="152685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GCC v8 / v10, C++ 11, C++ 17, C++20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CAFE82C-1360-7C00-0500-508C28BCF3D7}"/>
              </a:ext>
            </a:extLst>
          </p:cNvPr>
          <p:cNvSpPr/>
          <p:nvPr/>
        </p:nvSpPr>
        <p:spPr>
          <a:xfrm>
            <a:off x="8290677" y="5076008"/>
            <a:ext cx="107686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Python 3.11.4</a:t>
            </a:r>
          </a:p>
        </p:txBody>
      </p:sp>
      <p:sp>
        <p:nvSpPr>
          <p:cNvPr id="42" name="Rounded Rectangle 80">
            <a:extLst>
              <a:ext uri="{FF2B5EF4-FFF2-40B4-BE49-F238E27FC236}">
                <a16:creationId xmlns:a16="http://schemas.microsoft.com/office/drawing/2014/main" id="{0A4FECCB-8EEF-E7B8-E0BA-29ACDE49E4BC}"/>
              </a:ext>
            </a:extLst>
          </p:cNvPr>
          <p:cNvSpPr/>
          <p:nvPr/>
        </p:nvSpPr>
        <p:spPr>
          <a:xfrm>
            <a:off x="10708186" y="5070004"/>
            <a:ext cx="1038695" cy="366693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Groovy 4.0.22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551F9CF-7319-9C39-0275-4442B3093778}"/>
              </a:ext>
            </a:extLst>
          </p:cNvPr>
          <p:cNvSpPr/>
          <p:nvPr/>
        </p:nvSpPr>
        <p:spPr>
          <a:xfrm>
            <a:off x="2855361" y="4645371"/>
            <a:ext cx="175587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Configurable tolerance limit in Image proctoring/SVP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F96C963A-D5F2-D749-05D0-9772F85A9530}"/>
              </a:ext>
            </a:extLst>
          </p:cNvPr>
          <p:cNvSpPr/>
          <p:nvPr/>
        </p:nvSpPr>
        <p:spPr>
          <a:xfrm>
            <a:off x="8048690" y="4645371"/>
            <a:ext cx="131885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Object Detection In Assessments POC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99B5A816-ADB8-36BC-E99A-104B1BC2ECB0}"/>
              </a:ext>
            </a:extLst>
          </p:cNvPr>
          <p:cNvSpPr/>
          <p:nvPr/>
        </p:nvSpPr>
        <p:spPr>
          <a:xfrm>
            <a:off x="10283138" y="4645371"/>
            <a:ext cx="146374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Desc. Que - GPT plagiarism check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CE0B616E-DFDC-BD0E-5E4D-11F2929BC08F}"/>
              </a:ext>
            </a:extLst>
          </p:cNvPr>
          <p:cNvSpPr/>
          <p:nvPr/>
        </p:nvSpPr>
        <p:spPr>
          <a:xfrm>
            <a:off x="5217447" y="4635417"/>
            <a:ext cx="175252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Multiple base image comparison Enhancements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F702A3D1-3E30-213E-3C27-74450EB83E8C}"/>
              </a:ext>
            </a:extLst>
          </p:cNvPr>
          <p:cNvSpPr/>
          <p:nvPr/>
        </p:nvSpPr>
        <p:spPr>
          <a:xfrm>
            <a:off x="5911248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Nuvepro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Project based assessments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2AC0386A-9482-29A7-C3A0-A040D49B46F8}"/>
              </a:ext>
            </a:extLst>
          </p:cNvPr>
          <p:cNvSpPr/>
          <p:nvPr/>
        </p:nvSpPr>
        <p:spPr>
          <a:xfrm>
            <a:off x="7099376" y="3682565"/>
            <a:ext cx="1071691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Recruitment SAP RCM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1B57DD2-FCA7-4AAF-E9E8-6E00DD7C37AF}"/>
              </a:ext>
            </a:extLst>
          </p:cNvPr>
          <p:cNvSpPr/>
          <p:nvPr/>
        </p:nvSpPr>
        <p:spPr>
          <a:xfrm>
            <a:off x="8290677" y="3682565"/>
            <a:ext cx="1076866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Oracle HCM Integration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1D3EC413-87C7-A296-3693-233AF1783CE8}"/>
              </a:ext>
            </a:extLst>
          </p:cNvPr>
          <p:cNvSpPr/>
          <p:nvPr/>
        </p:nvSpPr>
        <p:spPr>
          <a:xfrm>
            <a:off x="9467984" y="3682565"/>
            <a:ext cx="106054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Assessment integration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56973EB5-A8D4-52CC-4FFC-93254BFF1EBB}"/>
              </a:ext>
            </a:extLst>
          </p:cNvPr>
          <p:cNvSpPr/>
          <p:nvPr/>
        </p:nvSpPr>
        <p:spPr>
          <a:xfrm>
            <a:off x="10673052" y="3682565"/>
            <a:ext cx="107382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Program and Modules integration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2718C9A0-2E5F-2D52-EF97-A9C04C60C595}"/>
              </a:ext>
            </a:extLst>
          </p:cNvPr>
          <p:cNvSpPr/>
          <p:nvPr/>
        </p:nvSpPr>
        <p:spPr>
          <a:xfrm>
            <a:off x="3549162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LMS Integration for L&amp;D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FAF1C371-5FE9-A3CC-F27B-7184D7F32524}"/>
              </a:ext>
            </a:extLst>
          </p:cNvPr>
          <p:cNvSpPr/>
          <p:nvPr/>
        </p:nvSpPr>
        <p:spPr>
          <a:xfrm>
            <a:off x="3508525" y="3250295"/>
            <a:ext cx="1066352" cy="380576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Scheduling interview from assessment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9966CFDB-6DBA-9360-3B63-1C20AF636F4E}"/>
              </a:ext>
            </a:extLst>
          </p:cNvPr>
          <p:cNvSpPr/>
          <p:nvPr/>
        </p:nvSpPr>
        <p:spPr>
          <a:xfrm>
            <a:off x="8287577" y="1869516"/>
            <a:ext cx="1018668" cy="8487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Test case validations in coding questions – Show hidden cases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117032B1-3A8E-35BD-774A-0F73B9E7FDE9}"/>
              </a:ext>
            </a:extLst>
          </p:cNvPr>
          <p:cNvSpPr/>
          <p:nvPr/>
        </p:nvSpPr>
        <p:spPr>
          <a:xfrm>
            <a:off x="10593541" y="2739288"/>
            <a:ext cx="1153340" cy="8618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Reusability Stats (Count for Question used, Count for Question Answered)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6F0387D8-EADC-05A5-11A9-B53585E1A618}"/>
              </a:ext>
            </a:extLst>
          </p:cNvPr>
          <p:cNvSpPr/>
          <p:nvPr/>
        </p:nvSpPr>
        <p:spPr>
          <a:xfrm>
            <a:off x="5878759" y="2303825"/>
            <a:ext cx="1163766" cy="869883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Make skill searching easier with the help of category search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0F40EE30-ECEF-7D65-D929-E82643EE9B43}"/>
              </a:ext>
            </a:extLst>
          </p:cNvPr>
          <p:cNvSpPr/>
          <p:nvPr/>
        </p:nvSpPr>
        <p:spPr>
          <a:xfrm>
            <a:off x="2304630" y="1850924"/>
            <a:ext cx="116650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AI-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EnglishPro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Update – More parameters, more clarity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A38E2507-8E2D-91DC-FB35-EC2B37EAB9E9}"/>
              </a:ext>
            </a:extLst>
          </p:cNvPr>
          <p:cNvSpPr/>
          <p:nvPr/>
        </p:nvSpPr>
        <p:spPr>
          <a:xfrm>
            <a:off x="4718076" y="1821291"/>
            <a:ext cx="1058185" cy="431671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Proofreading, QC Feature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19D3FDF8-F0CF-88BC-D8C9-D9C22E3E850B}"/>
              </a:ext>
            </a:extLst>
          </p:cNvPr>
          <p:cNvSpPr/>
          <p:nvPr/>
        </p:nvSpPr>
        <p:spPr>
          <a:xfrm>
            <a:off x="10613564" y="1850509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Ability to switch between sections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704E89BC-032D-3BF7-1052-18FE5B50629E}"/>
              </a:ext>
            </a:extLst>
          </p:cNvPr>
          <p:cNvSpPr/>
          <p:nvPr/>
        </p:nvSpPr>
        <p:spPr>
          <a:xfrm>
            <a:off x="10613564" y="2295128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Enhancements in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Talentflow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80141083-521F-2D92-64B3-6B57A171A8D2}"/>
              </a:ext>
            </a:extLst>
          </p:cNvPr>
          <p:cNvSpPr/>
          <p:nvPr/>
        </p:nvSpPr>
        <p:spPr>
          <a:xfrm>
            <a:off x="2303750" y="2292601"/>
            <a:ext cx="1204776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TA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E075BBF3-AC92-F9A4-6113-59638F289834}"/>
              </a:ext>
            </a:extLst>
          </p:cNvPr>
          <p:cNvSpPr/>
          <p:nvPr/>
        </p:nvSpPr>
        <p:spPr>
          <a:xfrm>
            <a:off x="3508525" y="2747472"/>
            <a:ext cx="1121027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TD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39905F99-D1E0-BC18-C6D6-E08C3077C796}"/>
              </a:ext>
            </a:extLst>
          </p:cNvPr>
          <p:cNvSpPr/>
          <p:nvPr/>
        </p:nvSpPr>
        <p:spPr>
          <a:xfrm>
            <a:off x="7112628" y="1862682"/>
            <a:ext cx="1051258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Weighted scores for MCQs</a:t>
            </a:r>
          </a:p>
        </p:txBody>
      </p:sp>
    </p:spTree>
    <p:extLst>
      <p:ext uri="{BB962C8B-B14F-4D97-AF65-F5344CB8AC3E}">
        <p14:creationId xmlns:p14="http://schemas.microsoft.com/office/powerpoint/2010/main" val="3124900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3D29-9EBA-73F0-9441-BF184CE4A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667F9A6C-CD9F-6CDA-4EC5-77C1AF3024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5552FDA-0D74-6280-15EF-452B2AF6D6E5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ight Arrow 82">
            <a:extLst>
              <a:ext uri="{FF2B5EF4-FFF2-40B4-BE49-F238E27FC236}">
                <a16:creationId xmlns:a16="http://schemas.microsoft.com/office/drawing/2014/main" id="{56E85E28-8CE2-478E-716F-9DBDB559C099}"/>
              </a:ext>
            </a:extLst>
          </p:cNvPr>
          <p:cNvSpPr/>
          <p:nvPr/>
        </p:nvSpPr>
        <p:spPr>
          <a:xfrm rot="5400000">
            <a:off x="1784209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BC740C-D6D7-9792-FA4A-E0CEE96F1A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65" name="Google Shape;1283;g8fe4c71d16_9_375">
            <a:extLst>
              <a:ext uri="{FF2B5EF4-FFF2-40B4-BE49-F238E27FC236}">
                <a16:creationId xmlns:a16="http://schemas.microsoft.com/office/drawing/2014/main" id="{968882E9-50BB-0157-90B1-3B048E17BDCF}"/>
              </a:ext>
            </a:extLst>
          </p:cNvPr>
          <p:cNvSpPr txBox="1"/>
          <p:nvPr/>
        </p:nvSpPr>
        <p:spPr>
          <a:xfrm>
            <a:off x="833913" y="1260685"/>
            <a:ext cx="1236503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Framework 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Components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971B79C1-E457-377B-0EB8-DC3C23DDE334}"/>
              </a:ext>
            </a:extLst>
          </p:cNvPr>
          <p:cNvSpPr/>
          <p:nvPr/>
        </p:nvSpPr>
        <p:spPr>
          <a:xfrm>
            <a:off x="681513" y="1790769"/>
            <a:ext cx="1591787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Sector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DD94095-A963-8A6D-A3EE-0D45E19FF5D2}"/>
              </a:ext>
            </a:extLst>
          </p:cNvPr>
          <p:cNvSpPr/>
          <p:nvPr/>
        </p:nvSpPr>
        <p:spPr>
          <a:xfrm>
            <a:off x="681513" y="2795320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Segment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084CCC13-397F-CD87-22FA-7A95C3F7AABB}"/>
              </a:ext>
            </a:extLst>
          </p:cNvPr>
          <p:cNvSpPr/>
          <p:nvPr/>
        </p:nvSpPr>
        <p:spPr>
          <a:xfrm>
            <a:off x="681513" y="3794047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Family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25639095-573E-FBDE-256C-8D31287F8509}"/>
              </a:ext>
            </a:extLst>
          </p:cNvPr>
          <p:cNvSpPr/>
          <p:nvPr/>
        </p:nvSpPr>
        <p:spPr>
          <a:xfrm>
            <a:off x="681513" y="4792775"/>
            <a:ext cx="1591787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Role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670A34A6-56F2-2A6F-5BB5-CDAD2DDF73E4}"/>
              </a:ext>
            </a:extLst>
          </p:cNvPr>
          <p:cNvSpPr/>
          <p:nvPr/>
        </p:nvSpPr>
        <p:spPr>
          <a:xfrm>
            <a:off x="2396013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Banking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5BF3DC53-74E6-D335-3F83-8D21271FC033}"/>
              </a:ext>
            </a:extLst>
          </p:cNvPr>
          <p:cNvSpPr/>
          <p:nvPr/>
        </p:nvSpPr>
        <p:spPr>
          <a:xfrm>
            <a:off x="4893787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Capital Markets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7E7999A8-047D-FF63-8684-D5DA01E6512F}"/>
              </a:ext>
            </a:extLst>
          </p:cNvPr>
          <p:cNvSpPr/>
          <p:nvPr/>
        </p:nvSpPr>
        <p:spPr>
          <a:xfrm>
            <a:off x="2396013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Corporate Banking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217A5AF4-F4F9-9417-85F1-70B13D195ED9}"/>
              </a:ext>
            </a:extLst>
          </p:cNvPr>
          <p:cNvSpPr/>
          <p:nvPr/>
        </p:nvSpPr>
        <p:spPr>
          <a:xfrm>
            <a:off x="2396013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Risk management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5B389D0C-6694-A604-114B-B7F564F3F74E}"/>
              </a:ext>
            </a:extLst>
          </p:cNvPr>
          <p:cNvSpPr/>
          <p:nvPr/>
        </p:nvSpPr>
        <p:spPr>
          <a:xfrm>
            <a:off x="2396013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Head of Risk Management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25F4EC81-A3C7-3240-CF70-E5EA144266D0}"/>
              </a:ext>
            </a:extLst>
          </p:cNvPr>
          <p:cNvSpPr/>
          <p:nvPr/>
        </p:nvSpPr>
        <p:spPr>
          <a:xfrm>
            <a:off x="3644900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 </a:t>
            </a:r>
            <a:r>
              <a:rPr kumimoji="0" lang="en-US" sz="100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Maanager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6C2C7DBC-333C-2498-F476-A70FEED8B5D3}"/>
              </a:ext>
            </a:extLst>
          </p:cNvPr>
          <p:cNvSpPr/>
          <p:nvPr/>
        </p:nvSpPr>
        <p:spPr>
          <a:xfrm>
            <a:off x="4893787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rPr>
              <a:t>Manager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4" name="Right Arrow 83">
            <a:extLst>
              <a:ext uri="{FF2B5EF4-FFF2-40B4-BE49-F238E27FC236}">
                <a16:creationId xmlns:a16="http://schemas.microsoft.com/office/drawing/2014/main" id="{16EEF9BF-610F-6697-F9A9-7D270AB7A145}"/>
              </a:ext>
            </a:extLst>
          </p:cNvPr>
          <p:cNvSpPr/>
          <p:nvPr/>
        </p:nvSpPr>
        <p:spPr>
          <a:xfrm rot="5400000">
            <a:off x="3033096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EC3AEC8F-8D3C-431E-3CE3-98A4A77207B2}"/>
              </a:ext>
            </a:extLst>
          </p:cNvPr>
          <p:cNvSpPr/>
          <p:nvPr/>
        </p:nvSpPr>
        <p:spPr>
          <a:xfrm>
            <a:off x="3644900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Insurance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60D7AE89-C372-3FF8-43A3-E68A8B108FD0}"/>
              </a:ext>
            </a:extLst>
          </p:cNvPr>
          <p:cNvSpPr/>
          <p:nvPr/>
        </p:nvSpPr>
        <p:spPr>
          <a:xfrm>
            <a:off x="3644900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General Insurance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C9E751CC-F386-C4B0-2B14-BD3D7328DBEE}"/>
              </a:ext>
            </a:extLst>
          </p:cNvPr>
          <p:cNvSpPr/>
          <p:nvPr/>
        </p:nvSpPr>
        <p:spPr>
          <a:xfrm>
            <a:off x="3644900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</a:t>
            </a:r>
          </a:p>
        </p:txBody>
      </p:sp>
      <p:sp>
        <p:nvSpPr>
          <p:cNvPr id="85" name="Right Arrow 84">
            <a:extLst>
              <a:ext uri="{FF2B5EF4-FFF2-40B4-BE49-F238E27FC236}">
                <a16:creationId xmlns:a16="http://schemas.microsoft.com/office/drawing/2014/main" id="{06BC2A7B-E064-18EB-B336-8E915735A167}"/>
              </a:ext>
            </a:extLst>
          </p:cNvPr>
          <p:cNvSpPr/>
          <p:nvPr/>
        </p:nvSpPr>
        <p:spPr>
          <a:xfrm rot="5400000">
            <a:off x="4276033" y="3316914"/>
            <a:ext cx="2391284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4A544149-825A-0C70-A1EC-1B123E5BA86E}"/>
              </a:ext>
            </a:extLst>
          </p:cNvPr>
          <p:cNvSpPr/>
          <p:nvPr/>
        </p:nvSpPr>
        <p:spPr>
          <a:xfrm>
            <a:off x="4893787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Asset Management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83538195-13B5-E8A0-F3C8-79EBEECCD7A9}"/>
              </a:ext>
            </a:extLst>
          </p:cNvPr>
          <p:cNvSpPr/>
          <p:nvPr/>
        </p:nvSpPr>
        <p:spPr>
          <a:xfrm>
            <a:off x="4893787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</p:txBody>
      </p:sp>
      <p:sp>
        <p:nvSpPr>
          <p:cNvPr id="86" name="Google Shape;1283;g8fe4c71d16_9_375">
            <a:extLst>
              <a:ext uri="{FF2B5EF4-FFF2-40B4-BE49-F238E27FC236}">
                <a16:creationId xmlns:a16="http://schemas.microsoft.com/office/drawing/2014/main" id="{22FB8D00-BA91-296D-5391-E3669825D3B6}"/>
              </a:ext>
            </a:extLst>
          </p:cNvPr>
          <p:cNvSpPr txBox="1"/>
          <p:nvPr/>
        </p:nvSpPr>
        <p:spPr>
          <a:xfrm>
            <a:off x="2470417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Examples across the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3 sectors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cxnSp>
        <p:nvCxnSpPr>
          <p:cNvPr id="87" name="Google Shape;6498;p138">
            <a:extLst>
              <a:ext uri="{FF2B5EF4-FFF2-40B4-BE49-F238E27FC236}">
                <a16:creationId xmlns:a16="http://schemas.microsoft.com/office/drawing/2014/main" id="{9F514DAB-3BE9-2C23-8C30-2A92FEE6B089}"/>
              </a:ext>
            </a:extLst>
          </p:cNvPr>
          <p:cNvCxnSpPr>
            <a:cxnSpLocks/>
          </p:cNvCxnSpPr>
          <p:nvPr/>
        </p:nvCxnSpPr>
        <p:spPr>
          <a:xfrm>
            <a:off x="6227526" y="1790769"/>
            <a:ext cx="4128" cy="3945818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" name="Google Shape;1283;g8fe4c71d16_9_375">
            <a:extLst>
              <a:ext uri="{FF2B5EF4-FFF2-40B4-BE49-F238E27FC236}">
                <a16:creationId xmlns:a16="http://schemas.microsoft.com/office/drawing/2014/main" id="{129BC3FA-74B7-685C-D018-DE6B3C002D93}"/>
              </a:ext>
            </a:extLst>
          </p:cNvPr>
          <p:cNvSpPr txBox="1"/>
          <p:nvPr/>
        </p:nvSpPr>
        <p:spPr>
          <a:xfrm>
            <a:off x="6505709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Description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7C3A8BAD-28E8-D345-4760-EF77121E531B}"/>
              </a:ext>
            </a:extLst>
          </p:cNvPr>
          <p:cNvSpPr/>
          <p:nvPr/>
        </p:nvSpPr>
        <p:spPr>
          <a:xfrm>
            <a:off x="6435330" y="1790769"/>
            <a:ext cx="5058645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Industry involved in providing financial services related to managing, investing, and safeguarding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moxney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. It encompasses various types of institutions and services that facilitate financial transactions and support economic activities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3DD64DF6-89A9-03E4-70EE-20E8C7CDB215}"/>
              </a:ext>
            </a:extLst>
          </p:cNvPr>
          <p:cNvSpPr/>
          <p:nvPr/>
        </p:nvSpPr>
        <p:spPr>
          <a:xfrm>
            <a:off x="6435330" y="2795320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11A823EE-F7A5-3122-B60B-6F2BC04D19B0}"/>
              </a:ext>
            </a:extLst>
          </p:cNvPr>
          <p:cNvSpPr/>
          <p:nvPr/>
        </p:nvSpPr>
        <p:spPr>
          <a:xfrm>
            <a:off x="6435330" y="3794047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E7522879-73F8-69E1-23DC-7F4716652D5C}"/>
              </a:ext>
            </a:extLst>
          </p:cNvPr>
          <p:cNvSpPr/>
          <p:nvPr/>
        </p:nvSpPr>
        <p:spPr>
          <a:xfrm>
            <a:off x="6435330" y="4792775"/>
            <a:ext cx="5058645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</p:spTree>
    <p:extLst>
      <p:ext uri="{BB962C8B-B14F-4D97-AF65-F5344CB8AC3E}">
        <p14:creationId xmlns:p14="http://schemas.microsoft.com/office/powerpoint/2010/main" val="1685664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F2021-4691-9FD7-6AED-995BA3C39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27618884-1473-83A8-D018-1DEA8CA94E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12D663B-3DFF-24E5-3163-645A40D31F82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712CA9-4529-02C6-987D-9D021CAA928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B5468-E924-9F2C-44DB-D31BEEED74B8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50C230C-8EED-230D-2BBE-951B2E23B6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1085237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61421C08-5276-80EB-3BB2-92B0BF16C2F0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C783A2B-F1A2-1BD3-E5A8-EDB065C12CE8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90360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73DD3-1D60-6FD3-F7AD-4F2AAD2BF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F4CC9263-4EB1-AF24-9C80-22D9DD97D8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6CDF788-BC5E-A548-C1D1-E7321E0F7C5D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00287D-B81F-8B21-C447-23EDB70F0CE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5FF7BD4-EF72-994C-7D35-C20E455D8A36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2C7E21F-9DEA-084C-FD78-55B02B78E4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3750111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CEA78F0D-7C15-9CE1-96C1-11BFFC401FD6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0B23A03-743F-02F5-6BAE-727C2683ADA5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23021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pic>
        <p:nvPicPr>
          <p:cNvPr id="7" name="Picture 6" descr="A white arch with black background  Description automatically generated">
            <a:extLst>
              <a:ext uri="{FF2B5EF4-FFF2-40B4-BE49-F238E27FC236}">
                <a16:creationId xmlns:a16="http://schemas.microsoft.com/office/drawing/2014/main" id="{0FDCC8B8-50C8-5BFC-C2A0-08C1AEDD2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628900"/>
            <a:ext cx="1549400" cy="774700"/>
          </a:xfrm>
          <a:prstGeom prst="rect">
            <a:avLst/>
          </a:prstGeom>
        </p:spPr>
      </p:pic>
      <p:pic>
        <p:nvPicPr>
          <p:cNvPr id="14" name="Picture 13" descr="A white arch with black background  Description automatically generated">
            <a:extLst>
              <a:ext uri="{FF2B5EF4-FFF2-40B4-BE49-F238E27FC236}">
                <a16:creationId xmlns:a16="http://schemas.microsoft.com/office/drawing/2014/main" id="{1A8F2431-F5C6-95BE-F747-50EB5188A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350" y="2628900"/>
            <a:ext cx="1549400" cy="774700"/>
          </a:xfrm>
          <a:prstGeom prst="rect">
            <a:avLst/>
          </a:prstGeom>
        </p:spPr>
      </p:pic>
      <p:pic>
        <p:nvPicPr>
          <p:cNvPr id="16" name="Picture 15" descr="A white arch with black background  Description automatically generated">
            <a:extLst>
              <a:ext uri="{FF2B5EF4-FFF2-40B4-BE49-F238E27FC236}">
                <a16:creationId xmlns:a16="http://schemas.microsoft.com/office/drawing/2014/main" id="{645B68DC-00FB-441C-6BE4-2CF2E767E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300" y="2628900"/>
            <a:ext cx="1549400" cy="774700"/>
          </a:xfrm>
          <a:prstGeom prst="rect">
            <a:avLst/>
          </a:prstGeom>
        </p:spPr>
      </p:pic>
      <p:pic>
        <p:nvPicPr>
          <p:cNvPr id="18" name="Picture 17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6B229DCF-F746-99E8-4362-A73B56AE0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0" y="2628900"/>
            <a:ext cx="1549400" cy="774700"/>
          </a:xfrm>
          <a:prstGeom prst="rect">
            <a:avLst/>
          </a:prstGeom>
        </p:spPr>
      </p:pic>
      <p:pic>
        <p:nvPicPr>
          <p:cNvPr id="20" name="Picture 19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46CF0F5-2C6E-43C0-78C9-915B377A21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7200" y="2628900"/>
            <a:ext cx="1549400" cy="774700"/>
          </a:xfrm>
          <a:prstGeom prst="rect">
            <a:avLst/>
          </a:prstGeom>
        </p:spPr>
      </p:pic>
      <p:pic>
        <p:nvPicPr>
          <p:cNvPr id="22" name="Picture 21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7A65DD4-9502-2702-8B6F-DB7EE2BAA3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00" y="3962400"/>
            <a:ext cx="1549400" cy="774700"/>
          </a:xfrm>
          <a:prstGeom prst="rect">
            <a:avLst/>
          </a:prstGeom>
        </p:spPr>
      </p:pic>
      <p:pic>
        <p:nvPicPr>
          <p:cNvPr id="24" name="Picture 23" descr="A blue and black circle with Gateway Arch in the background  Description automatically generated">
            <a:extLst>
              <a:ext uri="{FF2B5EF4-FFF2-40B4-BE49-F238E27FC236}">
                <a16:creationId xmlns:a16="http://schemas.microsoft.com/office/drawing/2014/main" id="{7C1C2CF8-0B56-8F81-9D26-E1630BE2C0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8350" y="3962400"/>
            <a:ext cx="1549400" cy="774700"/>
          </a:xfrm>
          <a:prstGeom prst="rect">
            <a:avLst/>
          </a:prstGeom>
        </p:spPr>
      </p:pic>
      <p:pic>
        <p:nvPicPr>
          <p:cNvPr id="26" name="Picture 25" descr="A blue and black circle  Description automatically generated">
            <a:extLst>
              <a:ext uri="{FF2B5EF4-FFF2-40B4-BE49-F238E27FC236}">
                <a16:creationId xmlns:a16="http://schemas.microsoft.com/office/drawing/2014/main" id="{3C18A5B5-FAA2-2551-1AA3-E048D35586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28" name="Picture 27" descr="A blue and black circle  Description automatically generated">
            <a:extLst>
              <a:ext uri="{FF2B5EF4-FFF2-40B4-BE49-F238E27FC236}">
                <a16:creationId xmlns:a16="http://schemas.microsoft.com/office/drawing/2014/main" id="{BF3B7AAF-2432-A989-8AED-306AF09FE5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0" y="3962400"/>
            <a:ext cx="1549400" cy="774700"/>
          </a:xfrm>
          <a:prstGeom prst="rect">
            <a:avLst/>
          </a:prstGeom>
        </p:spPr>
      </p:pic>
      <p:pic>
        <p:nvPicPr>
          <p:cNvPr id="30" name="Picture 29" descr="A blue and black circle  Description automatically generated">
            <a:extLst>
              <a:ext uri="{FF2B5EF4-FFF2-40B4-BE49-F238E27FC236}">
                <a16:creationId xmlns:a16="http://schemas.microsoft.com/office/drawing/2014/main" id="{40A0ED13-A9D6-FDF9-95B9-FC0036ECD1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47200" y="3962400"/>
            <a:ext cx="1549400" cy="7747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70BBC66-7EBD-AD14-DC04-6F9DD7B25329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AF0A04-5BC5-4204-BAE1-999024428444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D20825-4C54-EDB6-AB9F-4D3C489EAC0C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549FDF-198D-9097-4ECC-50E0F4AA3C95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9F61D4-5EBA-914F-4571-188A4DAD02E2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FA7C03-8F83-0B47-D93D-6FA31F24BABC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EB38A1-C0F2-015C-2E53-8053B0D73FEF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B95CCF-B326-41B3-9493-BFEE9568C3DD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8CCB3A-DB42-648E-B0BC-D302CAA877EE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107582-D782-2D18-AEC9-9B392540198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9313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A03B6-D896-AEEC-31F7-02D56D0F0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B9C97A9-8D2F-C24F-991E-C9D98315DAFB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E83B3814-2FAC-399A-638E-141C05E89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745" y="3962400"/>
            <a:ext cx="1549400" cy="774700"/>
          </a:xfrm>
          <a:prstGeom prst="rect">
            <a:avLst/>
          </a:prstGeom>
        </p:spPr>
      </p:pic>
      <p:pic>
        <p:nvPicPr>
          <p:cNvPr id="6" name="Picture 5" descr="A white arch with black background  Description automatically generated">
            <a:extLst>
              <a:ext uri="{FF2B5EF4-FFF2-40B4-BE49-F238E27FC236}">
                <a16:creationId xmlns:a16="http://schemas.microsoft.com/office/drawing/2014/main" id="{29B29664-E627-A202-B224-34DC56367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279" y="2641362"/>
            <a:ext cx="1549400" cy="774700"/>
          </a:xfrm>
          <a:prstGeom prst="rect">
            <a:avLst/>
          </a:prstGeom>
        </p:spPr>
      </p:pic>
      <p:pic>
        <p:nvPicPr>
          <p:cNvPr id="9" name="Picture 8" descr="A white arch with black background  Description automatically generated">
            <a:extLst>
              <a:ext uri="{FF2B5EF4-FFF2-40B4-BE49-F238E27FC236}">
                <a16:creationId xmlns:a16="http://schemas.microsoft.com/office/drawing/2014/main" id="{9D9F82CC-0191-7018-3F23-9096B89E8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730" y="2634078"/>
            <a:ext cx="1549400" cy="774700"/>
          </a:xfrm>
          <a:prstGeom prst="rect">
            <a:avLst/>
          </a:prstGeom>
        </p:spPr>
      </p:pic>
      <p:pic>
        <p:nvPicPr>
          <p:cNvPr id="11" name="Picture 10" descr="A white arch with black background  Description automatically generated">
            <a:extLst>
              <a:ext uri="{FF2B5EF4-FFF2-40B4-BE49-F238E27FC236}">
                <a16:creationId xmlns:a16="http://schemas.microsoft.com/office/drawing/2014/main" id="{F0B0BEC4-C809-DAC3-6131-37FB1D8D90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300" y="2634078"/>
            <a:ext cx="1549400" cy="774700"/>
          </a:xfrm>
          <a:prstGeom prst="rect">
            <a:avLst/>
          </a:prstGeom>
        </p:spPr>
      </p:pic>
      <p:pic>
        <p:nvPicPr>
          <p:cNvPr id="13" name="Picture 12" descr="A white and orange circle  Description automatically generated">
            <a:extLst>
              <a:ext uri="{FF2B5EF4-FFF2-40B4-BE49-F238E27FC236}">
                <a16:creationId xmlns:a16="http://schemas.microsoft.com/office/drawing/2014/main" id="{82360A4E-4709-9ED3-9543-3367081A14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0926" y="2654181"/>
            <a:ext cx="1549400" cy="774700"/>
          </a:xfrm>
          <a:prstGeom prst="rect">
            <a:avLst/>
          </a:prstGeom>
        </p:spPr>
      </p:pic>
      <p:pic>
        <p:nvPicPr>
          <p:cNvPr id="17" name="Picture 16" descr="A white and orange circle  Description automatically generated">
            <a:extLst>
              <a:ext uri="{FF2B5EF4-FFF2-40B4-BE49-F238E27FC236}">
                <a16:creationId xmlns:a16="http://schemas.microsoft.com/office/drawing/2014/main" id="{4D3F4E63-2E7C-2D82-AED0-D707B348FA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192" y="2654300"/>
            <a:ext cx="1549400" cy="774700"/>
          </a:xfrm>
          <a:prstGeom prst="rect">
            <a:avLst/>
          </a:prstGeom>
        </p:spPr>
      </p:pic>
      <p:pic>
        <p:nvPicPr>
          <p:cNvPr id="21" name="Picture 20" descr="An orange and white arc  Description automatically generated">
            <a:extLst>
              <a:ext uri="{FF2B5EF4-FFF2-40B4-BE49-F238E27FC236}">
                <a16:creationId xmlns:a16="http://schemas.microsoft.com/office/drawing/2014/main" id="{DA26BAF3-3DD3-36AD-CDB4-BF36CFC032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4741" y="3962400"/>
            <a:ext cx="1549400" cy="774700"/>
          </a:xfrm>
          <a:prstGeom prst="rect">
            <a:avLst/>
          </a:prstGeom>
        </p:spPr>
      </p:pic>
      <p:pic>
        <p:nvPicPr>
          <p:cNvPr id="25" name="Picture 24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6044A410-7ABD-6490-88BA-04C66B1772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3900" y="3962400"/>
            <a:ext cx="1549400" cy="774700"/>
          </a:xfrm>
          <a:prstGeom prst="rect">
            <a:avLst/>
          </a:prstGeom>
        </p:spPr>
      </p:pic>
      <p:pic>
        <p:nvPicPr>
          <p:cNvPr id="29" name="Picture 28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327C8B0B-186A-3C3D-0A3E-22974B6BBF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42" name="Picture 41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29D682BE-89B1-4A57-E7D5-641CC3B3A8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42981" y="3962400"/>
            <a:ext cx="1549400" cy="774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4DD955-65E6-5E64-AAAF-5389B196EC6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218A5D-AA13-4588-CC0A-F0C724AAA90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14C45F-495A-276E-14B5-A707CE54ED48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79E68A-E867-1DDD-21B0-EA9694E40665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186D1A-6D89-D8AD-2251-B413AA722780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682516-9B81-A148-EF3E-A4261F8EB3E0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69E67D-CFA8-A07A-C32D-230EB32470F9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AC1819-866C-E110-CE30-27005DEDF86E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27B609-F474-2F02-647D-7D1F5E918C35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1A8429-1F48-D766-8D91-2831AB0EE48E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853D95-2A18-2231-0399-86017D4D89BA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F53DAB-A36D-DBB7-337F-DF5154EF1F3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8870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3628A2-78C2-A46B-9813-E654EC67A45B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E374AA-9F97-5470-087E-B124B614664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bg2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74C10E-9046-E86F-4167-22CAF920EBEA}"/>
              </a:ext>
            </a:extLst>
          </p:cNvPr>
          <p:cNvSpPr/>
          <p:nvPr/>
        </p:nvSpPr>
        <p:spPr>
          <a:xfrm>
            <a:off x="0" y="2951747"/>
            <a:ext cx="1933732" cy="6416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2C76AD-B0E9-5478-9995-DFA361A3CA6F}"/>
              </a:ext>
            </a:extLst>
          </p:cNvPr>
          <p:cNvSpPr txBox="1"/>
          <p:nvPr/>
        </p:nvSpPr>
        <p:spPr>
          <a:xfrm>
            <a:off x="2151216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25%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411FEE-1B54-593B-794A-C305E9A33FBF}"/>
              </a:ext>
            </a:extLst>
          </p:cNvPr>
          <p:cNvSpPr txBox="1"/>
          <p:nvPr/>
        </p:nvSpPr>
        <p:spPr>
          <a:xfrm>
            <a:off x="2151216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F109787-2367-7317-DBEC-86A889CDB5EC}"/>
              </a:ext>
            </a:extLst>
          </p:cNvPr>
          <p:cNvGrpSpPr/>
          <p:nvPr/>
        </p:nvGrpSpPr>
        <p:grpSpPr>
          <a:xfrm>
            <a:off x="1858800" y="2235869"/>
            <a:ext cx="160421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F122195-DD32-DBEC-5DB0-AEA36076E053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6E57C5C-8CA3-7156-0950-7B7E97D02A14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258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25429-AA22-5F80-9046-E6C35964C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and purple gradient  Description automatically generated">
            <a:extLst>
              <a:ext uri="{FF2B5EF4-FFF2-40B4-BE49-F238E27FC236}">
                <a16:creationId xmlns:a16="http://schemas.microsoft.com/office/drawing/2014/main" id="{2C2EDD20-AEDB-E714-7668-74453EF5B9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2" t="1615" r="9539" b="1437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FD4068A-73AD-9E38-6198-83817B75AEF1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78FEDA-E456-6647-CBF5-893F4D7D59E5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65150C-2A9F-AD15-DDDA-3A6CE5BCB1F9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50%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3EFC2C-050F-0742-4E21-1A58C9F1ABA8}"/>
              </a:ext>
            </a:extLst>
          </p:cNvPr>
          <p:cNvSpPr txBox="1"/>
          <p:nvPr/>
        </p:nvSpPr>
        <p:spPr>
          <a:xfrm>
            <a:off x="5696952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1343B2-F360-9625-088E-68DABD1BB6F0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1721AF5-5B5A-1400-A2C8-EA026BDACEF7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9649AAB-BE7A-1E72-FC3E-0989DC63A1EB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2272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C07C7-9600-3D16-5822-57A953C33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n orange square with a blurry background  Description automatically generated">
            <a:extLst>
              <a:ext uri="{FF2B5EF4-FFF2-40B4-BE49-F238E27FC236}">
                <a16:creationId xmlns:a16="http://schemas.microsoft.com/office/drawing/2014/main" id="{147290FB-4A4B-1DA5-A355-78CD7FE52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99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D4C3491-1BC1-F15B-DB2F-F60F323ABBC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C7E1C4-22D6-7948-B63C-786C6DB13962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A2021B-DB21-2823-65DD-2FEA1A70DFA2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79%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388415-AAFB-2D47-FB75-08A398316F3E}"/>
              </a:ext>
            </a:extLst>
          </p:cNvPr>
          <p:cNvSpPr txBox="1"/>
          <p:nvPr/>
        </p:nvSpPr>
        <p:spPr>
          <a:xfrm>
            <a:off x="5694947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5D5CC96-9419-075C-C508-9D6B0E937428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3FC09D7-CF15-A03B-9982-25D1D6E02A74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EE47141-5643-63D7-DD67-4F42E2F3E8AE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088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04750751-FCE4-8180-C6A5-6D551032B6C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1601084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E8F711FC-B708-6346-FF47-9306A7481BA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5437089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B2676C14-CA17-2401-6B34-4BA9F034FA4F}"/>
              </a:ext>
            </a:extLst>
          </p:cNvPr>
          <p:cNvCxnSpPr>
            <a:cxnSpLocks/>
          </p:cNvCxnSpPr>
          <p:nvPr/>
        </p:nvCxnSpPr>
        <p:spPr>
          <a:xfrm rot="16200000" flipV="1">
            <a:off x="7758752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C42AE6B0-7117-5FEF-26FA-C9372E85A4B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959867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EEBDE82B-9DB1-74DA-4D2B-74C95BF0EA37}"/>
              </a:ext>
            </a:extLst>
          </p:cNvPr>
          <p:cNvCxnSpPr>
            <a:cxnSpLocks/>
          </p:cNvCxnSpPr>
          <p:nvPr/>
        </p:nvCxnSpPr>
        <p:spPr>
          <a:xfrm rot="16200000" flipV="1">
            <a:off x="8518013" y="2952412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0E8A8B33-34C6-676A-974C-96596437445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294175" y="2966819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60BB84A8-0EF7-4CAE-7115-341B6EEFF580}"/>
              </a:ext>
            </a:extLst>
          </p:cNvPr>
          <p:cNvCxnSpPr>
            <a:cxnSpLocks/>
          </p:cNvCxnSpPr>
          <p:nvPr/>
        </p:nvCxnSpPr>
        <p:spPr>
          <a:xfrm rot="16200000" flipV="1">
            <a:off x="9039871" y="1907633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226CCA73-6460-1093-8DF5-42368E82E83C}"/>
              </a:ext>
            </a:extLst>
          </p:cNvPr>
          <p:cNvCxnSpPr>
            <a:cxnSpLocks/>
          </p:cNvCxnSpPr>
          <p:nvPr/>
        </p:nvCxnSpPr>
        <p:spPr>
          <a:xfrm flipH="1" flipV="1">
            <a:off x="6951709" y="1838891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A502AD26-9204-1EC5-D8EF-31367A6C3606}"/>
              </a:ext>
            </a:extLst>
          </p:cNvPr>
          <p:cNvCxnSpPr>
            <a:cxnSpLocks/>
          </p:cNvCxnSpPr>
          <p:nvPr/>
        </p:nvCxnSpPr>
        <p:spPr>
          <a:xfrm flipV="1">
            <a:off x="2200740" y="1878457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14F0DFE8-4D6A-1860-8272-A23E43646A9F}"/>
              </a:ext>
            </a:extLst>
          </p:cNvPr>
          <p:cNvSpPr/>
          <p:nvPr/>
        </p:nvSpPr>
        <p:spPr>
          <a:xfrm>
            <a:off x="5134645" y="2681260"/>
            <a:ext cx="1707106" cy="170710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807CE82D-572C-6ABA-3961-7F478ECE16FA}"/>
              </a:ext>
            </a:extLst>
          </p:cNvPr>
          <p:cNvSpPr/>
          <p:nvPr/>
        </p:nvSpPr>
        <p:spPr>
          <a:xfrm>
            <a:off x="6469669" y="4278309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623900D1-2095-964E-4859-56BABC0F1E1B}"/>
              </a:ext>
            </a:extLst>
          </p:cNvPr>
          <p:cNvSpPr/>
          <p:nvPr/>
        </p:nvSpPr>
        <p:spPr>
          <a:xfrm>
            <a:off x="5445612" y="4689133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D565B15-D578-6D61-879F-93CB20B14F1E}"/>
              </a:ext>
            </a:extLst>
          </p:cNvPr>
          <p:cNvSpPr/>
          <p:nvPr/>
        </p:nvSpPr>
        <p:spPr>
          <a:xfrm>
            <a:off x="4345965" y="4278226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9803F800-1209-A67E-64A1-769997010681}"/>
              </a:ext>
            </a:extLst>
          </p:cNvPr>
          <p:cNvSpPr/>
          <p:nvPr/>
        </p:nvSpPr>
        <p:spPr>
          <a:xfrm>
            <a:off x="4345965" y="4252503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4ADCA39-F1ED-D7B8-07C8-8D8AB32B49AF}"/>
              </a:ext>
            </a:extLst>
          </p:cNvPr>
          <p:cNvSpPr/>
          <p:nvPr/>
        </p:nvSpPr>
        <p:spPr>
          <a:xfrm>
            <a:off x="6469669" y="4252585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1A4307E-93FA-3A75-59FF-5C05EE45E875}"/>
              </a:ext>
            </a:extLst>
          </p:cNvPr>
          <p:cNvSpPr/>
          <p:nvPr/>
        </p:nvSpPr>
        <p:spPr>
          <a:xfrm>
            <a:off x="7019898" y="3640031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47F3DF2-50B0-986C-81E2-8FBA087161C5}"/>
              </a:ext>
            </a:extLst>
          </p:cNvPr>
          <p:cNvSpPr/>
          <p:nvPr/>
        </p:nvSpPr>
        <p:spPr>
          <a:xfrm>
            <a:off x="5445612" y="4663409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8A7919C-7678-B02B-FAF5-549B5ED5111E}"/>
              </a:ext>
            </a:extLst>
          </p:cNvPr>
          <p:cNvSpPr/>
          <p:nvPr/>
        </p:nvSpPr>
        <p:spPr>
          <a:xfrm>
            <a:off x="7019898" y="3614308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FC952894-2F6A-B07B-0C31-69940176DD01}"/>
              </a:ext>
            </a:extLst>
          </p:cNvPr>
          <p:cNvSpPr/>
          <p:nvPr/>
        </p:nvSpPr>
        <p:spPr>
          <a:xfrm>
            <a:off x="7032251" y="2555068"/>
            <a:ext cx="1034237" cy="964922"/>
          </a:xfrm>
          <a:custGeom>
            <a:avLst/>
            <a:gdLst>
              <a:gd name="connsiteX0" fmla="*/ 8384 w 862537"/>
              <a:gd name="connsiteY0" fmla="*/ 450895 h 804729"/>
              <a:gd name="connsiteX1" fmla="*/ 95009 w 862537"/>
              <a:gd name="connsiteY1" fmla="*/ 733646 h 804729"/>
              <a:gd name="connsiteX2" fmla="*/ 176492 w 862537"/>
              <a:gd name="connsiteY2" fmla="*/ 804728 h 804729"/>
              <a:gd name="connsiteX3" fmla="*/ 782226 w 862537"/>
              <a:gd name="connsiteY3" fmla="*/ 797577 h 804729"/>
              <a:gd name="connsiteX4" fmla="*/ 862533 w 862537"/>
              <a:gd name="connsiteY4" fmla="*/ 715529 h 804729"/>
              <a:gd name="connsiteX5" fmla="*/ 862209 w 862537"/>
              <a:gd name="connsiteY5" fmla="*/ 709047 h 804729"/>
              <a:gd name="connsiteX6" fmla="*/ 658108 w 862537"/>
              <a:gd name="connsiteY6" fmla="*/ 42070 h 804729"/>
              <a:gd name="connsiteX7" fmla="*/ 547687 w 862537"/>
              <a:gd name="connsiteY7" fmla="*/ 10147 h 804729"/>
              <a:gd name="connsiteX8" fmla="*/ 542203 w 862537"/>
              <a:gd name="connsiteY8" fmla="*/ 13466 h 804729"/>
              <a:gd name="connsiteX9" fmla="*/ 36164 w 862537"/>
              <a:gd name="connsiteY9" fmla="*/ 347062 h 804729"/>
              <a:gd name="connsiteX10" fmla="*/ 8384 w 862537"/>
              <a:gd name="connsiteY10" fmla="*/ 450895 h 804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537" h="804729">
                <a:moveTo>
                  <a:pt x="8384" y="450895"/>
                </a:moveTo>
                <a:cubicBezTo>
                  <a:pt x="51928" y="539997"/>
                  <a:pt x="81162" y="635421"/>
                  <a:pt x="95009" y="733646"/>
                </a:cubicBezTo>
                <a:cubicBezTo>
                  <a:pt x="100346" y="774545"/>
                  <a:pt x="135302" y="805039"/>
                  <a:pt x="176492" y="804728"/>
                </a:cubicBezTo>
                <a:lnTo>
                  <a:pt x="782226" y="797577"/>
                </a:lnTo>
                <a:cubicBezTo>
                  <a:pt x="827028" y="797126"/>
                  <a:pt x="862983" y="760392"/>
                  <a:pt x="862533" y="715529"/>
                </a:cubicBezTo>
                <a:cubicBezTo>
                  <a:pt x="862511" y="713365"/>
                  <a:pt x="862404" y="711202"/>
                  <a:pt x="862209" y="709047"/>
                </a:cubicBezTo>
                <a:cubicBezTo>
                  <a:pt x="840802" y="475013"/>
                  <a:pt x="771314" y="247937"/>
                  <a:pt x="658108" y="42070"/>
                </a:cubicBezTo>
                <a:cubicBezTo>
                  <a:pt x="636420" y="2721"/>
                  <a:pt x="586982" y="-11571"/>
                  <a:pt x="547687" y="10147"/>
                </a:cubicBezTo>
                <a:cubicBezTo>
                  <a:pt x="545816" y="11181"/>
                  <a:pt x="543987" y="12288"/>
                  <a:pt x="542203" y="13466"/>
                </a:cubicBezTo>
                <a:lnTo>
                  <a:pt x="36164" y="347062"/>
                </a:lnTo>
                <a:cubicBezTo>
                  <a:pt x="2227" y="369811"/>
                  <a:pt x="-9650" y="414203"/>
                  <a:pt x="8384" y="4508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C203B4E8-C718-B550-6D7E-F900D142A357}"/>
              </a:ext>
            </a:extLst>
          </p:cNvPr>
          <p:cNvSpPr/>
          <p:nvPr/>
        </p:nvSpPr>
        <p:spPr>
          <a:xfrm>
            <a:off x="7018108" y="2533253"/>
            <a:ext cx="1034064" cy="964874"/>
          </a:xfrm>
          <a:custGeom>
            <a:avLst/>
            <a:gdLst>
              <a:gd name="connsiteX0" fmla="*/ 8395 w 862393"/>
              <a:gd name="connsiteY0" fmla="*/ 451068 h 804689"/>
              <a:gd name="connsiteX1" fmla="*/ 95021 w 862393"/>
              <a:gd name="connsiteY1" fmla="*/ 733892 h 804689"/>
              <a:gd name="connsiteX2" fmla="*/ 176504 w 862393"/>
              <a:gd name="connsiteY2" fmla="*/ 804687 h 804689"/>
              <a:gd name="connsiteX3" fmla="*/ 782237 w 862393"/>
              <a:gd name="connsiteY3" fmla="*/ 797536 h 804689"/>
              <a:gd name="connsiteX4" fmla="*/ 862387 w 862393"/>
              <a:gd name="connsiteY4" fmla="*/ 715192 h 804689"/>
              <a:gd name="connsiteX5" fmla="*/ 862078 w 862393"/>
              <a:gd name="connsiteY5" fmla="*/ 709078 h 804689"/>
              <a:gd name="connsiteX6" fmla="*/ 657977 w 862393"/>
              <a:gd name="connsiteY6" fmla="*/ 42101 h 804689"/>
              <a:gd name="connsiteX7" fmla="*/ 547683 w 862393"/>
              <a:gd name="connsiteY7" fmla="*/ 10100 h 804689"/>
              <a:gd name="connsiteX8" fmla="*/ 542072 w 862393"/>
              <a:gd name="connsiteY8" fmla="*/ 13497 h 804689"/>
              <a:gd name="connsiteX9" fmla="*/ 36318 w 862393"/>
              <a:gd name="connsiteY9" fmla="*/ 347164 h 804689"/>
              <a:gd name="connsiteX10" fmla="*/ 8395 w 862393"/>
              <a:gd name="connsiteY10" fmla="*/ 451068 h 804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393" h="804689">
                <a:moveTo>
                  <a:pt x="8395" y="451068"/>
                </a:moveTo>
                <a:cubicBezTo>
                  <a:pt x="51908" y="540209"/>
                  <a:pt x="81140" y="635651"/>
                  <a:pt x="95021" y="733892"/>
                </a:cubicBezTo>
                <a:cubicBezTo>
                  <a:pt x="100489" y="774677"/>
                  <a:pt x="135409" y="805017"/>
                  <a:pt x="176504" y="804687"/>
                </a:cubicBezTo>
                <a:lnTo>
                  <a:pt x="782237" y="797536"/>
                </a:lnTo>
                <a:cubicBezTo>
                  <a:pt x="827078" y="796960"/>
                  <a:pt x="862962" y="760093"/>
                  <a:pt x="862387" y="715192"/>
                </a:cubicBezTo>
                <a:cubicBezTo>
                  <a:pt x="862361" y="713151"/>
                  <a:pt x="862258" y="711111"/>
                  <a:pt x="862078" y="709078"/>
                </a:cubicBezTo>
                <a:cubicBezTo>
                  <a:pt x="840670" y="475044"/>
                  <a:pt x="771183" y="247968"/>
                  <a:pt x="657977" y="42101"/>
                </a:cubicBezTo>
                <a:cubicBezTo>
                  <a:pt x="636345" y="2766"/>
                  <a:pt x="586964" y="-11561"/>
                  <a:pt x="547683" y="10100"/>
                </a:cubicBezTo>
                <a:cubicBezTo>
                  <a:pt x="545768" y="11156"/>
                  <a:pt x="543896" y="12290"/>
                  <a:pt x="542072" y="13497"/>
                </a:cubicBezTo>
                <a:lnTo>
                  <a:pt x="36318" y="347164"/>
                </a:lnTo>
                <a:cubicBezTo>
                  <a:pt x="2264" y="369856"/>
                  <a:pt x="-9687" y="414328"/>
                  <a:pt x="8395" y="4510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2C328831-4559-9050-B758-B06B4687A6CE}"/>
              </a:ext>
            </a:extLst>
          </p:cNvPr>
          <p:cNvSpPr/>
          <p:nvPr/>
        </p:nvSpPr>
        <p:spPr>
          <a:xfrm>
            <a:off x="6562978" y="1751717"/>
            <a:ext cx="1095267" cy="1109583"/>
          </a:xfrm>
          <a:custGeom>
            <a:avLst/>
            <a:gdLst>
              <a:gd name="connsiteX0" fmla="*/ 39537 w 913435"/>
              <a:gd name="connsiteY0" fmla="*/ 706832 h 925374"/>
              <a:gd name="connsiteX1" fmla="*/ 265848 w 913435"/>
              <a:gd name="connsiteY1" fmla="*/ 896907 h 925374"/>
              <a:gd name="connsiteX2" fmla="*/ 372612 w 913435"/>
              <a:gd name="connsiteY2" fmla="*/ 911852 h 925374"/>
              <a:gd name="connsiteX3" fmla="*/ 877080 w 913435"/>
              <a:gd name="connsiteY3" fmla="*/ 575754 h 925374"/>
              <a:gd name="connsiteX4" fmla="*/ 899916 w 913435"/>
              <a:gd name="connsiteY4" fmla="*/ 463065 h 925374"/>
              <a:gd name="connsiteX5" fmla="*/ 896148 w 913435"/>
              <a:gd name="connsiteY5" fmla="*/ 457833 h 925374"/>
              <a:gd name="connsiteX6" fmla="*/ 362542 w 913435"/>
              <a:gd name="connsiteY6" fmla="*/ 9678 h 925374"/>
              <a:gd name="connsiteX7" fmla="*/ 252424 w 913435"/>
              <a:gd name="connsiteY7" fmla="*/ 42987 h 925374"/>
              <a:gd name="connsiteX8" fmla="*/ 249637 w 913435"/>
              <a:gd name="connsiteY8" fmla="*/ 48723 h 925374"/>
              <a:gd name="connsiteX9" fmla="*/ 6829 w 913435"/>
              <a:gd name="connsiteY9" fmla="*/ 604215 h 925374"/>
              <a:gd name="connsiteX10" fmla="*/ 39537 w 913435"/>
              <a:gd name="connsiteY10" fmla="*/ 706832 h 925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435" h="925374">
                <a:moveTo>
                  <a:pt x="39537" y="706832"/>
                </a:moveTo>
                <a:cubicBezTo>
                  <a:pt x="124484" y="757883"/>
                  <a:pt x="200859" y="822029"/>
                  <a:pt x="265848" y="896907"/>
                </a:cubicBezTo>
                <a:cubicBezTo>
                  <a:pt x="292589" y="928118"/>
                  <a:pt x="338348" y="934524"/>
                  <a:pt x="372612" y="911852"/>
                </a:cubicBezTo>
                <a:lnTo>
                  <a:pt x="877080" y="575754"/>
                </a:lnTo>
                <a:cubicBezTo>
                  <a:pt x="914462" y="550950"/>
                  <a:pt x="924686" y="500497"/>
                  <a:pt x="899916" y="463065"/>
                </a:cubicBezTo>
                <a:cubicBezTo>
                  <a:pt x="898729" y="461272"/>
                  <a:pt x="897472" y="459526"/>
                  <a:pt x="896148" y="457833"/>
                </a:cubicBezTo>
                <a:cubicBezTo>
                  <a:pt x="750961" y="273282"/>
                  <a:pt x="569305" y="120715"/>
                  <a:pt x="362542" y="9678"/>
                </a:cubicBezTo>
                <a:cubicBezTo>
                  <a:pt x="322949" y="-11573"/>
                  <a:pt x="273647" y="3340"/>
                  <a:pt x="252424" y="42987"/>
                </a:cubicBezTo>
                <a:cubicBezTo>
                  <a:pt x="251421" y="44862"/>
                  <a:pt x="250491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8B0BF9A-1194-02A9-67DF-6F501E8B7FD2}"/>
              </a:ext>
            </a:extLst>
          </p:cNvPr>
          <p:cNvSpPr/>
          <p:nvPr/>
        </p:nvSpPr>
        <p:spPr>
          <a:xfrm>
            <a:off x="6539430" y="1741342"/>
            <a:ext cx="1095639" cy="1109795"/>
          </a:xfrm>
          <a:custGeom>
            <a:avLst/>
            <a:gdLst>
              <a:gd name="connsiteX0" fmla="*/ 39537 w 913745"/>
              <a:gd name="connsiteY0" fmla="*/ 706832 h 925551"/>
              <a:gd name="connsiteX1" fmla="*/ 265848 w 913745"/>
              <a:gd name="connsiteY1" fmla="*/ 896978 h 925551"/>
              <a:gd name="connsiteX2" fmla="*/ 372969 w 913745"/>
              <a:gd name="connsiteY2" fmla="*/ 911924 h 925551"/>
              <a:gd name="connsiteX3" fmla="*/ 877437 w 913745"/>
              <a:gd name="connsiteY3" fmla="*/ 575825 h 925551"/>
              <a:gd name="connsiteX4" fmla="*/ 900195 w 913745"/>
              <a:gd name="connsiteY4" fmla="*/ 463120 h 925551"/>
              <a:gd name="connsiteX5" fmla="*/ 896433 w 913745"/>
              <a:gd name="connsiteY5" fmla="*/ 457905 h 925551"/>
              <a:gd name="connsiteX6" fmla="*/ 362542 w 913745"/>
              <a:gd name="connsiteY6" fmla="*/ 9678 h 925551"/>
              <a:gd name="connsiteX7" fmla="*/ 252424 w 913745"/>
              <a:gd name="connsiteY7" fmla="*/ 42987 h 925551"/>
              <a:gd name="connsiteX8" fmla="*/ 249637 w 913745"/>
              <a:gd name="connsiteY8" fmla="*/ 48723 h 925551"/>
              <a:gd name="connsiteX9" fmla="*/ 6829 w 913745"/>
              <a:gd name="connsiteY9" fmla="*/ 604215 h 925551"/>
              <a:gd name="connsiteX10" fmla="*/ 39537 w 913745"/>
              <a:gd name="connsiteY10" fmla="*/ 706832 h 925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745" h="925551">
                <a:moveTo>
                  <a:pt x="39537" y="706832"/>
                </a:moveTo>
                <a:cubicBezTo>
                  <a:pt x="124485" y="757910"/>
                  <a:pt x="200860" y="822080"/>
                  <a:pt x="265848" y="896978"/>
                </a:cubicBezTo>
                <a:cubicBezTo>
                  <a:pt x="292663" y="928332"/>
                  <a:pt x="338616" y="934743"/>
                  <a:pt x="372969" y="911924"/>
                </a:cubicBezTo>
                <a:lnTo>
                  <a:pt x="877437" y="575825"/>
                </a:lnTo>
                <a:cubicBezTo>
                  <a:pt x="914802" y="550995"/>
                  <a:pt x="924991" y="500536"/>
                  <a:pt x="900195" y="463120"/>
                </a:cubicBezTo>
                <a:cubicBezTo>
                  <a:pt x="899010" y="461333"/>
                  <a:pt x="897755" y="459593"/>
                  <a:pt x="896433" y="457905"/>
                </a:cubicBezTo>
                <a:cubicBezTo>
                  <a:pt x="751203" y="273265"/>
                  <a:pt x="569439" y="120666"/>
                  <a:pt x="362542" y="9678"/>
                </a:cubicBezTo>
                <a:cubicBezTo>
                  <a:pt x="322948" y="-11573"/>
                  <a:pt x="273646" y="3340"/>
                  <a:pt x="252424" y="42987"/>
                </a:cubicBezTo>
                <a:cubicBezTo>
                  <a:pt x="251420" y="44862"/>
                  <a:pt x="250490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0DF0F7D1-E48E-0A6E-29B5-FA81E54FABF7}"/>
              </a:ext>
            </a:extLst>
          </p:cNvPr>
          <p:cNvSpPr/>
          <p:nvPr/>
        </p:nvSpPr>
        <p:spPr>
          <a:xfrm>
            <a:off x="3950429" y="3640031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DF3B9437-5B9D-4187-DB8A-0638C4C80A67}"/>
              </a:ext>
            </a:extLst>
          </p:cNvPr>
          <p:cNvSpPr/>
          <p:nvPr/>
        </p:nvSpPr>
        <p:spPr>
          <a:xfrm>
            <a:off x="3950429" y="3614308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A85A3AC-09F5-3ABA-4F05-017DC89A67E3}"/>
              </a:ext>
            </a:extLst>
          </p:cNvPr>
          <p:cNvSpPr/>
          <p:nvPr/>
        </p:nvSpPr>
        <p:spPr>
          <a:xfrm>
            <a:off x="3950059" y="2550411"/>
            <a:ext cx="1013726" cy="968127"/>
          </a:xfrm>
          <a:custGeom>
            <a:avLst/>
            <a:gdLst>
              <a:gd name="connsiteX0" fmla="*/ 805101 w 845431"/>
              <a:gd name="connsiteY0" fmla="*/ 316907 h 807402"/>
              <a:gd name="connsiteX1" fmla="*/ 281994 w 845431"/>
              <a:gd name="connsiteY1" fmla="*/ 11129 h 807402"/>
              <a:gd name="connsiteX2" fmla="*/ 170825 w 845431"/>
              <a:gd name="connsiteY2" fmla="*/ 40336 h 807402"/>
              <a:gd name="connsiteX3" fmla="*/ 167731 w 845431"/>
              <a:gd name="connsiteY3" fmla="*/ 46169 h 807402"/>
              <a:gd name="connsiteX4" fmla="*/ 51 w 845431"/>
              <a:gd name="connsiteY4" fmla="*/ 723228 h 807402"/>
              <a:gd name="connsiteX5" fmla="*/ 78336 w 845431"/>
              <a:gd name="connsiteY5" fmla="*/ 807352 h 807402"/>
              <a:gd name="connsiteX6" fmla="*/ 84748 w 845431"/>
              <a:gd name="connsiteY6" fmla="*/ 807324 h 807402"/>
              <a:gd name="connsiteX7" fmla="*/ 689982 w 845431"/>
              <a:gd name="connsiteY7" fmla="*/ 781366 h 807402"/>
              <a:gd name="connsiteX8" fmla="*/ 767466 w 845431"/>
              <a:gd name="connsiteY8" fmla="*/ 706352 h 807402"/>
              <a:gd name="connsiteX9" fmla="*/ 838880 w 845431"/>
              <a:gd name="connsiteY9" fmla="*/ 419238 h 807402"/>
              <a:gd name="connsiteX10" fmla="*/ 805101 w 845431"/>
              <a:gd name="connsiteY10" fmla="*/ 316907 h 807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431" h="807402">
                <a:moveTo>
                  <a:pt x="805101" y="316907"/>
                </a:moveTo>
                <a:lnTo>
                  <a:pt x="281994" y="11129"/>
                </a:lnTo>
                <a:cubicBezTo>
                  <a:pt x="243241" y="-11546"/>
                  <a:pt x="193469" y="1531"/>
                  <a:pt x="170825" y="40336"/>
                </a:cubicBezTo>
                <a:cubicBezTo>
                  <a:pt x="169715" y="42238"/>
                  <a:pt x="168683" y="44183"/>
                  <a:pt x="167731" y="46169"/>
                </a:cubicBezTo>
                <a:cubicBezTo>
                  <a:pt x="65826" y="257868"/>
                  <a:pt x="8738" y="488380"/>
                  <a:pt x="51" y="723228"/>
                </a:cubicBezTo>
                <a:cubicBezTo>
                  <a:pt x="-1530" y="768105"/>
                  <a:pt x="33520" y="805768"/>
                  <a:pt x="78336" y="807352"/>
                </a:cubicBezTo>
                <a:cubicBezTo>
                  <a:pt x="80473" y="807427"/>
                  <a:pt x="82612" y="807418"/>
                  <a:pt x="84748" y="807324"/>
                </a:cubicBezTo>
                <a:lnTo>
                  <a:pt x="689982" y="781366"/>
                </a:lnTo>
                <a:cubicBezTo>
                  <a:pt x="731008" y="779510"/>
                  <a:pt x="764230" y="747347"/>
                  <a:pt x="767466" y="706352"/>
                </a:cubicBezTo>
                <a:cubicBezTo>
                  <a:pt x="776079" y="607488"/>
                  <a:pt x="800179" y="510598"/>
                  <a:pt x="838880" y="419238"/>
                </a:cubicBezTo>
                <a:cubicBezTo>
                  <a:pt x="854989" y="381478"/>
                  <a:pt x="840510" y="337615"/>
                  <a:pt x="805101" y="316907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FF2B406A-1244-04D9-E554-3A3F83F57004}"/>
              </a:ext>
            </a:extLst>
          </p:cNvPr>
          <p:cNvSpPr/>
          <p:nvPr/>
        </p:nvSpPr>
        <p:spPr>
          <a:xfrm>
            <a:off x="3963078" y="2528185"/>
            <a:ext cx="1013944" cy="968141"/>
          </a:xfrm>
          <a:custGeom>
            <a:avLst/>
            <a:gdLst>
              <a:gd name="connsiteX0" fmla="*/ 805027 w 845613"/>
              <a:gd name="connsiteY0" fmla="*/ 316851 h 807414"/>
              <a:gd name="connsiteX1" fmla="*/ 281991 w 845613"/>
              <a:gd name="connsiteY1" fmla="*/ 11144 h 807414"/>
              <a:gd name="connsiteX2" fmla="*/ 170811 w 845613"/>
              <a:gd name="connsiteY2" fmla="*/ 40309 h 807414"/>
              <a:gd name="connsiteX3" fmla="*/ 167729 w 845613"/>
              <a:gd name="connsiteY3" fmla="*/ 46113 h 807414"/>
              <a:gd name="connsiteX4" fmla="*/ 49 w 845613"/>
              <a:gd name="connsiteY4" fmla="*/ 723244 h 807414"/>
              <a:gd name="connsiteX5" fmla="*/ 78482 w 845613"/>
              <a:gd name="connsiteY5" fmla="*/ 807367 h 807414"/>
              <a:gd name="connsiteX6" fmla="*/ 84746 w 845613"/>
              <a:gd name="connsiteY6" fmla="*/ 807340 h 807414"/>
              <a:gd name="connsiteX7" fmla="*/ 689979 w 845613"/>
              <a:gd name="connsiteY7" fmla="*/ 781382 h 807414"/>
              <a:gd name="connsiteX8" fmla="*/ 767606 w 845613"/>
              <a:gd name="connsiteY8" fmla="*/ 706368 h 807414"/>
              <a:gd name="connsiteX9" fmla="*/ 839020 w 845613"/>
              <a:gd name="connsiteY9" fmla="*/ 419540 h 807414"/>
              <a:gd name="connsiteX10" fmla="*/ 805027 w 845613"/>
              <a:gd name="connsiteY10" fmla="*/ 316851 h 80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613" h="807414">
                <a:moveTo>
                  <a:pt x="805027" y="316851"/>
                </a:moveTo>
                <a:lnTo>
                  <a:pt x="281991" y="11144"/>
                </a:lnTo>
                <a:cubicBezTo>
                  <a:pt x="243247" y="-11545"/>
                  <a:pt x="193470" y="1513"/>
                  <a:pt x="170811" y="40309"/>
                </a:cubicBezTo>
                <a:cubicBezTo>
                  <a:pt x="169706" y="42202"/>
                  <a:pt x="168678" y="44138"/>
                  <a:pt x="167729" y="46113"/>
                </a:cubicBezTo>
                <a:cubicBezTo>
                  <a:pt x="65862" y="257851"/>
                  <a:pt x="8776" y="488379"/>
                  <a:pt x="49" y="723244"/>
                </a:cubicBezTo>
                <a:cubicBezTo>
                  <a:pt x="-1491" y="768162"/>
                  <a:pt x="33625" y="805825"/>
                  <a:pt x="78482" y="807367"/>
                </a:cubicBezTo>
                <a:cubicBezTo>
                  <a:pt x="80569" y="807438"/>
                  <a:pt x="82659" y="807430"/>
                  <a:pt x="84746" y="807340"/>
                </a:cubicBezTo>
                <a:lnTo>
                  <a:pt x="689979" y="781382"/>
                </a:lnTo>
                <a:cubicBezTo>
                  <a:pt x="731020" y="779502"/>
                  <a:pt x="764270" y="747371"/>
                  <a:pt x="767606" y="706368"/>
                </a:cubicBezTo>
                <a:cubicBezTo>
                  <a:pt x="776239" y="607599"/>
                  <a:pt x="800338" y="510806"/>
                  <a:pt x="839020" y="419540"/>
                </a:cubicBezTo>
                <a:cubicBezTo>
                  <a:pt x="855236" y="381627"/>
                  <a:pt x="840648" y="337558"/>
                  <a:pt x="805027" y="31685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7EFE6DD-6EA6-DD5C-D3B8-A3FA10DF8516}"/>
              </a:ext>
            </a:extLst>
          </p:cNvPr>
          <p:cNvSpPr/>
          <p:nvPr/>
        </p:nvSpPr>
        <p:spPr>
          <a:xfrm>
            <a:off x="4328902" y="1746705"/>
            <a:ext cx="1095190" cy="1109886"/>
          </a:xfrm>
          <a:custGeom>
            <a:avLst/>
            <a:gdLst>
              <a:gd name="connsiteX0" fmla="*/ 906566 w 913371"/>
              <a:gd name="connsiteY0" fmla="*/ 605320 h 925627"/>
              <a:gd name="connsiteX1" fmla="*/ 665330 w 913371"/>
              <a:gd name="connsiteY1" fmla="*/ 49042 h 925627"/>
              <a:gd name="connsiteX2" fmla="*/ 558447 w 913371"/>
              <a:gd name="connsiteY2" fmla="*/ 6730 h 925627"/>
              <a:gd name="connsiteX3" fmla="*/ 552567 w 913371"/>
              <a:gd name="connsiteY3" fmla="*/ 9568 h 925627"/>
              <a:gd name="connsiteX4" fmla="*/ 17462 w 913371"/>
              <a:gd name="connsiteY4" fmla="*/ 456293 h 925627"/>
              <a:gd name="connsiteX5" fmla="*/ 30851 w 913371"/>
              <a:gd name="connsiteY5" fmla="*/ 570393 h 925627"/>
              <a:gd name="connsiteX6" fmla="*/ 36101 w 913371"/>
              <a:gd name="connsiteY6" fmla="*/ 574213 h 925627"/>
              <a:gd name="connsiteX7" fmla="*/ 539427 w 913371"/>
              <a:gd name="connsiteY7" fmla="*/ 911742 h 925627"/>
              <a:gd name="connsiteX8" fmla="*/ 646548 w 913371"/>
              <a:gd name="connsiteY8" fmla="*/ 897440 h 925627"/>
              <a:gd name="connsiteX9" fmla="*/ 873502 w 913371"/>
              <a:gd name="connsiteY9" fmla="*/ 708081 h 925627"/>
              <a:gd name="connsiteX10" fmla="*/ 906566 w 913371"/>
              <a:gd name="connsiteY10" fmla="*/ 605320 h 925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1" h="925627">
                <a:moveTo>
                  <a:pt x="906566" y="605320"/>
                </a:moveTo>
                <a:lnTo>
                  <a:pt x="665330" y="49042"/>
                </a:lnTo>
                <a:cubicBezTo>
                  <a:pt x="647483" y="7803"/>
                  <a:pt x="599630" y="-11140"/>
                  <a:pt x="558447" y="6730"/>
                </a:cubicBezTo>
                <a:cubicBezTo>
                  <a:pt x="556450" y="7597"/>
                  <a:pt x="554489" y="8544"/>
                  <a:pt x="552567" y="9568"/>
                </a:cubicBezTo>
                <a:cubicBezTo>
                  <a:pt x="345377" y="119984"/>
                  <a:pt x="163202" y="272071"/>
                  <a:pt x="17462" y="456293"/>
                </a:cubicBezTo>
                <a:cubicBezTo>
                  <a:pt x="-10306" y="491503"/>
                  <a:pt x="-4312" y="542587"/>
                  <a:pt x="30851" y="570393"/>
                </a:cubicBezTo>
                <a:cubicBezTo>
                  <a:pt x="32549" y="571736"/>
                  <a:pt x="34301" y="573010"/>
                  <a:pt x="36101" y="574213"/>
                </a:cubicBezTo>
                <a:lnTo>
                  <a:pt x="539427" y="911742"/>
                </a:lnTo>
                <a:cubicBezTo>
                  <a:pt x="573617" y="934748"/>
                  <a:pt x="619572" y="928612"/>
                  <a:pt x="646548" y="897440"/>
                </a:cubicBezTo>
                <a:cubicBezTo>
                  <a:pt x="711791" y="822769"/>
                  <a:pt x="788382" y="758865"/>
                  <a:pt x="873502" y="708081"/>
                </a:cubicBezTo>
                <a:cubicBezTo>
                  <a:pt x="908814" y="687069"/>
                  <a:pt x="922986" y="643023"/>
                  <a:pt x="906566" y="60532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790A83E-555D-A7AB-905F-037BE1D8324C}"/>
              </a:ext>
            </a:extLst>
          </p:cNvPr>
          <p:cNvSpPr/>
          <p:nvPr/>
        </p:nvSpPr>
        <p:spPr>
          <a:xfrm>
            <a:off x="4352327" y="1736519"/>
            <a:ext cx="1095191" cy="1109841"/>
          </a:xfrm>
          <a:custGeom>
            <a:avLst/>
            <a:gdLst>
              <a:gd name="connsiteX0" fmla="*/ 906670 w 913372"/>
              <a:gd name="connsiteY0" fmla="*/ 605234 h 925589"/>
              <a:gd name="connsiteX1" fmla="*/ 665433 w 913372"/>
              <a:gd name="connsiteY1" fmla="*/ 48956 h 925589"/>
              <a:gd name="connsiteX2" fmla="*/ 558384 w 913372"/>
              <a:gd name="connsiteY2" fmla="*/ 6792 h 925589"/>
              <a:gd name="connsiteX3" fmla="*/ 552670 w 913372"/>
              <a:gd name="connsiteY3" fmla="*/ 9553 h 925589"/>
              <a:gd name="connsiteX4" fmla="*/ 17566 w 913372"/>
              <a:gd name="connsiteY4" fmla="*/ 456207 h 925589"/>
              <a:gd name="connsiteX5" fmla="*/ 30767 w 913372"/>
              <a:gd name="connsiteY5" fmla="*/ 570430 h 925589"/>
              <a:gd name="connsiteX6" fmla="*/ 35919 w 913372"/>
              <a:gd name="connsiteY6" fmla="*/ 574199 h 925589"/>
              <a:gd name="connsiteX7" fmla="*/ 539245 w 913372"/>
              <a:gd name="connsiteY7" fmla="*/ 911727 h 925589"/>
              <a:gd name="connsiteX8" fmla="*/ 646366 w 913372"/>
              <a:gd name="connsiteY8" fmla="*/ 897425 h 925589"/>
              <a:gd name="connsiteX9" fmla="*/ 873319 w 913372"/>
              <a:gd name="connsiteY9" fmla="*/ 707923 h 925589"/>
              <a:gd name="connsiteX10" fmla="*/ 906670 w 913372"/>
              <a:gd name="connsiteY10" fmla="*/ 605234 h 92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2" h="925589">
                <a:moveTo>
                  <a:pt x="906670" y="605234"/>
                </a:moveTo>
                <a:lnTo>
                  <a:pt x="665433" y="48956"/>
                </a:lnTo>
                <a:cubicBezTo>
                  <a:pt x="647500" y="7712"/>
                  <a:pt x="599572" y="-11165"/>
                  <a:pt x="558384" y="6792"/>
                </a:cubicBezTo>
                <a:cubicBezTo>
                  <a:pt x="556444" y="7638"/>
                  <a:pt x="554538" y="8559"/>
                  <a:pt x="552670" y="9553"/>
                </a:cubicBezTo>
                <a:cubicBezTo>
                  <a:pt x="345484" y="119943"/>
                  <a:pt x="163308" y="272006"/>
                  <a:pt x="17566" y="456207"/>
                </a:cubicBezTo>
                <a:cubicBezTo>
                  <a:pt x="-10288" y="491399"/>
                  <a:pt x="-4378" y="542539"/>
                  <a:pt x="30767" y="570430"/>
                </a:cubicBezTo>
                <a:cubicBezTo>
                  <a:pt x="32434" y="571753"/>
                  <a:pt x="34153" y="573011"/>
                  <a:pt x="35919" y="574199"/>
                </a:cubicBezTo>
                <a:lnTo>
                  <a:pt x="539245" y="911727"/>
                </a:lnTo>
                <a:cubicBezTo>
                  <a:pt x="573442" y="934700"/>
                  <a:pt x="619374" y="928568"/>
                  <a:pt x="646366" y="897425"/>
                </a:cubicBezTo>
                <a:cubicBezTo>
                  <a:pt x="711580" y="822685"/>
                  <a:pt x="788175" y="758730"/>
                  <a:pt x="873319" y="707923"/>
                </a:cubicBezTo>
                <a:cubicBezTo>
                  <a:pt x="908674" y="686987"/>
                  <a:pt x="922963" y="642990"/>
                  <a:pt x="906670" y="6052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0" name="Picture 2" descr="THE NEW TELSTRA LOGO PNG 2023">
            <a:extLst>
              <a:ext uri="{FF2B5EF4-FFF2-40B4-BE49-F238E27FC236}">
                <a16:creationId xmlns:a16="http://schemas.microsoft.com/office/drawing/2014/main" id="{68F38228-3348-35A1-4177-6A26FE534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341" y="2968208"/>
            <a:ext cx="679177" cy="265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D83D7E7A-26AD-FC8D-A9BC-C0489638A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332" y="2030857"/>
            <a:ext cx="481305" cy="42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Download Hexaware Technologies Logo in SVG Vector or PNG File Format - Logo .wine">
            <a:extLst>
              <a:ext uri="{FF2B5EF4-FFF2-40B4-BE49-F238E27FC236}">
                <a16:creationId xmlns:a16="http://schemas.microsoft.com/office/drawing/2014/main" id="{40E8EB9F-CB8D-EB09-18F3-626944581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359" y="3721017"/>
            <a:ext cx="774465" cy="516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0" descr="Reliance Industries Limited Logo Logo and symbol, meaning, history, PNG">
            <a:extLst>
              <a:ext uri="{FF2B5EF4-FFF2-40B4-BE49-F238E27FC236}">
                <a16:creationId xmlns:a16="http://schemas.microsoft.com/office/drawing/2014/main" id="{FF86B2E7-1755-1593-1251-C7F830A2F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133" y="4600137"/>
            <a:ext cx="662012" cy="41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34" descr="E&amp;Y Ernst &amp; Young logo transparent PNG - StickPNG">
            <a:extLst>
              <a:ext uri="{FF2B5EF4-FFF2-40B4-BE49-F238E27FC236}">
                <a16:creationId xmlns:a16="http://schemas.microsoft.com/office/drawing/2014/main" id="{C67E71A9-C016-29B4-DB06-DC4314391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7066" y="3755408"/>
            <a:ext cx="468648" cy="468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BB38C393-C5B3-CEDF-CECF-8820EC1F5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4568" y="4640178"/>
            <a:ext cx="790145" cy="330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Freeform 25">
            <a:extLst>
              <a:ext uri="{FF2B5EF4-FFF2-40B4-BE49-F238E27FC236}">
                <a16:creationId xmlns:a16="http://schemas.microsoft.com/office/drawing/2014/main" id="{750A24F8-134C-DB02-ECDE-E075DC3274AA}"/>
              </a:ext>
            </a:extLst>
          </p:cNvPr>
          <p:cNvSpPr/>
          <p:nvPr/>
        </p:nvSpPr>
        <p:spPr>
          <a:xfrm rot="10800000">
            <a:off x="5367882" y="1525028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7" name="Picture 8" descr="Download Capgemini Logo in SVG Vector or PNG File Format - Logo.wine">
            <a:extLst>
              <a:ext uri="{FF2B5EF4-FFF2-40B4-BE49-F238E27FC236}">
                <a16:creationId xmlns:a16="http://schemas.microsoft.com/office/drawing/2014/main" id="{04C45291-0B8F-4409-795E-F12C2F548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3660" y="4829938"/>
            <a:ext cx="1038630" cy="69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A picture containing text, tableware, cup, clipart  Description automatically generated">
            <a:extLst>
              <a:ext uri="{FF2B5EF4-FFF2-40B4-BE49-F238E27FC236}">
                <a16:creationId xmlns:a16="http://schemas.microsoft.com/office/drawing/2014/main" id="{102524F2-3194-731A-E093-2466E2386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841" y="3045508"/>
            <a:ext cx="736700" cy="161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706A700-66A7-4763-2844-4D80EF0B5D2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049" y="2143286"/>
            <a:ext cx="341881" cy="341881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69976A39-BBF8-0883-EF40-75CDE77A2BBC}"/>
              </a:ext>
            </a:extLst>
          </p:cNvPr>
          <p:cNvSpPr/>
          <p:nvPr/>
        </p:nvSpPr>
        <p:spPr>
          <a:xfrm>
            <a:off x="4738721" y="3187195"/>
            <a:ext cx="25304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u="none" strike="noStrike" kern="0" cap="none" spc="0" normalizeH="0" baseline="0" noProof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iMocha</a:t>
            </a:r>
            <a:endParaRPr lang="en-IN" sz="2000" kern="0">
              <a:solidFill>
                <a:schemeClr val="accent2"/>
              </a:solidFill>
              <a:latin typeface="Playfair Display" pitchFamily="2" charset="77"/>
              <a:cs typeface="Poppins" pitchFamily="2" charset="77"/>
              <a:sym typeface="Calibri"/>
            </a:endParaRP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i="1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Customers</a:t>
            </a:r>
            <a:r>
              <a:rPr kumimoji="0" lang="en-IN" sz="2000" i="1" u="none" strike="noStrike" kern="0" cap="none" spc="0" normalizeH="0" baseline="30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*</a:t>
            </a:r>
            <a:r>
              <a:rPr kumimoji="0" lang="en-IN" sz="200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 </a:t>
            </a: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Playfair Display" pitchFamily="2" charset="77"/>
              <a:cs typeface="Poppins" pitchFamily="2" charset="77"/>
              <a:sym typeface="Calibri"/>
            </a:endParaRPr>
          </a:p>
        </p:txBody>
      </p:sp>
      <p:pic>
        <p:nvPicPr>
          <p:cNvPr id="31" name="Picture 34" descr="Logo  Description automatically generated">
            <a:extLst>
              <a:ext uri="{FF2B5EF4-FFF2-40B4-BE49-F238E27FC236}">
                <a16:creationId xmlns:a16="http://schemas.microsoft.com/office/drawing/2014/main" id="{D5E08B62-16BC-8408-4454-C21411BC3F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32685" y="1733211"/>
            <a:ext cx="1098550" cy="45493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C2D3685-370A-80C0-7639-FF505B1E855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D14F60-377D-068B-6DBD-724A5873734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545147AD-B6DD-8BD9-0EC1-ABA9BCF00B8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70070" y="1907632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039D9C2E-EDA9-9C8E-950C-DD766DF03765}"/>
              </a:ext>
            </a:extLst>
          </p:cNvPr>
          <p:cNvSpPr/>
          <p:nvPr/>
        </p:nvSpPr>
        <p:spPr>
          <a:xfrm>
            <a:off x="388236" y="4202135"/>
            <a:ext cx="338053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End to End Skills based Decision with Integrated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Campus Hiring + FTP + TA +TD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9F61686-1D57-B22F-8278-32082A973A2F}"/>
              </a:ext>
            </a:extLst>
          </p:cNvPr>
          <p:cNvSpPr/>
          <p:nvPr/>
        </p:nvSpPr>
        <p:spPr>
          <a:xfrm>
            <a:off x="497162" y="1985271"/>
            <a:ext cx="3005067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Experiential learning creates project ready skilled talent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5AB6A6C-7887-1DD5-AACA-BFF18AC39857}"/>
              </a:ext>
            </a:extLst>
          </p:cNvPr>
          <p:cNvSpPr/>
          <p:nvPr/>
        </p:nvSpPr>
        <p:spPr>
          <a:xfrm>
            <a:off x="485330" y="3139361"/>
            <a:ext cx="2862603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Quantifiable upskilling of talent from 2G &amp; 3G to 5G skills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033E333-3D6A-FC72-4027-BD1C7E33ADCE}"/>
              </a:ext>
            </a:extLst>
          </p:cNvPr>
          <p:cNvSpPr/>
          <p:nvPr/>
        </p:nvSpPr>
        <p:spPr>
          <a:xfrm>
            <a:off x="7572152" y="5294132"/>
            <a:ext cx="357301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Developing talent, with product skills integrated with skill taxonomy &amp; career pathways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B3DCD6D-C573-9D36-54E7-AF57DCFDE92B}"/>
              </a:ext>
            </a:extLst>
          </p:cNvPr>
          <p:cNvSpPr/>
          <p:nvPr/>
        </p:nvSpPr>
        <p:spPr>
          <a:xfrm>
            <a:off x="4448393" y="5905520"/>
            <a:ext cx="329521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Powering skills-based talent decisions across 15+ countries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(TA+TD)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30B8681-922A-CC24-44E9-179100EA4318}"/>
              </a:ext>
            </a:extLst>
          </p:cNvPr>
          <p:cNvSpPr/>
          <p:nvPr/>
        </p:nvSpPr>
        <p:spPr>
          <a:xfrm>
            <a:off x="807178" y="5276482"/>
            <a:ext cx="38704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Largest Campus Hiring by India’s No.1 Conglomerate – Attract, Engage, Assess, Screen, Offer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6A21F72-258C-D7FF-6ABB-8303D444F4E8}"/>
              </a:ext>
            </a:extLst>
          </p:cNvPr>
          <p:cNvSpPr/>
          <p:nvPr/>
        </p:nvSpPr>
        <p:spPr>
          <a:xfrm>
            <a:off x="8771992" y="4179793"/>
            <a:ext cx="266912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Building a dynamic job-ready consulting workforce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81B811F-A84B-0585-22BB-185646E72836}"/>
              </a:ext>
            </a:extLst>
          </p:cNvPr>
          <p:cNvSpPr/>
          <p:nvPr/>
        </p:nvSpPr>
        <p:spPr>
          <a:xfrm>
            <a:off x="8862032" y="3149494"/>
            <a:ext cx="2844638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Democratised learning &amp; benchmarking for skill readiness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0B7C547-E1B7-A6FF-7D2D-A4AA34EF9385}"/>
              </a:ext>
            </a:extLst>
          </p:cNvPr>
          <p:cNvSpPr/>
          <p:nvPr/>
        </p:nvSpPr>
        <p:spPr>
          <a:xfrm>
            <a:off x="8947956" y="2013466"/>
            <a:ext cx="249499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validation by integrating with LXP, LMS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AA4420E-7EF0-0529-A7C4-D82975E22156}"/>
              </a:ext>
            </a:extLst>
          </p:cNvPr>
          <p:cNvSpPr/>
          <p:nvPr/>
        </p:nvSpPr>
        <p:spPr>
          <a:xfrm>
            <a:off x="4530627" y="778370"/>
            <a:ext cx="2949645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consulting to build 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bench strength in next-gen digital skills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ea typeface="+mj-lt"/>
              <a:cs typeface="Poppins" pitchFamily="2" charset="77"/>
              <a:sym typeface="Calibri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BB7F85F-3E74-5883-C7E5-F097DCD994A0}"/>
              </a:ext>
            </a:extLst>
          </p:cNvPr>
          <p:cNvSpPr/>
          <p:nvPr/>
        </p:nvSpPr>
        <p:spPr>
          <a:xfrm rot="5400000">
            <a:off x="3411777" y="2183519"/>
            <a:ext cx="308202" cy="45719"/>
          </a:xfrm>
          <a:prstGeom prst="rect">
            <a:avLst/>
          </a:prstGeom>
          <a:solidFill>
            <a:srgbClr val="4F16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9282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D1EF692C-EBCF-F26A-8052-8760C5C6A80B}"/>
              </a:ext>
            </a:extLst>
          </p:cNvPr>
          <p:cNvGrpSpPr/>
          <p:nvPr/>
        </p:nvGrpSpPr>
        <p:grpSpPr>
          <a:xfrm>
            <a:off x="6584901" y="2302157"/>
            <a:ext cx="4521999" cy="2621262"/>
            <a:chOff x="1397225" y="1410350"/>
            <a:chExt cx="4786300" cy="2774500"/>
          </a:xfrm>
          <a:solidFill>
            <a:schemeClr val="accent2"/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C0542078-63E4-451C-6DA4-BBE0015207C3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9FD2B912-51E2-1928-A135-B1712E23F935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260B0313-DC11-418A-EDAC-0839E08FB02E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9FFD28CF-25D7-3D88-773B-A08E186F6C13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2B6B7EBD-0952-46F6-C756-D617C611C2C6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C6E68A3D-42D3-240D-A391-0E8902B554E6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316B0E1-4618-BC74-E235-721745404746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A59714AC-3547-EF5E-AC29-92DE5710058E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F027D78A-DCB1-BC62-0EFC-040B48C02D96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24ADC482-89D2-DA48-7487-4F295A4C5354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AD20D92B-4349-3841-EF3A-FF5AB01B2CD2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FEA820CB-65EB-3ADC-7157-7F365F0671C2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2074F153-8855-6B87-5F70-0BF731500188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6C0D4E9-34C6-10E8-3428-C3E66F7EC90C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E0B6A38F-F5BD-A8F2-BC8F-8E490040D1B2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E6666D2A-F7BF-1731-BE17-73B01FA10611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CED867B6-17B2-1253-9722-3800A4F7CDBC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9791D989-6C3A-400E-EA92-6EB4A64306C6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FC1A523A-9138-6785-71C6-9824BC2DFC33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EAF0C5F2-B060-C8D9-0B6F-7D254FE4525A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E27648B-ED13-1A4B-C90C-516F215A64C6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59B2C0C-A7D5-EFEA-5CE0-F71BAFDD620B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85C7473A-595D-E0F1-5EE4-F78B79E64A77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3C9FA494-453A-371E-ADA7-7A5E2068C87E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6054E5A2-B114-E60F-8FA8-90BFC24E9681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5EBD51E7-CEF0-EE66-FEE5-EE751C0BC5C6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92310977-5A08-34B7-57C0-D4370940A33A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2B356EC9-271D-FBC0-1DFC-EFB5B94B8403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39697ECC-13A2-8A06-380B-C121874E8CC1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2CD0AB9C-1551-CFD7-0A91-78229485112F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ADF842F-FFD9-6C84-ECE8-58F278C19C87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3DC6BA4E-ACF4-0654-EDD2-481D3B31AB7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F8E486EB-15A4-8BCA-0B17-873247925950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3F3E1F8-02A8-521A-8F10-1C3C3ED3640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A7FCACEA-AACC-0210-C734-0995122F2F80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0E92D989-C46E-1D92-CD81-3DCD69D14634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6BFF0BFE-C107-D7FF-D39C-931FADB5D642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8F456FF6-D122-3460-1E84-646BFFF6B417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846C0740-82BA-C5E4-D879-8780DD776EA5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991BF3BE-2C5A-7318-B711-0694B3BCB843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D4FC91B9-0B9E-B53B-8E1B-4D05168870D1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CC5BC4F4-24D6-8F66-3F76-C7BC47E2CCB6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3E8E2778-D7A2-94DC-CCA9-5646AB721597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0E98EA3D-CA0C-C610-1C6B-866D387DF794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50747E42-FD1E-407C-7DE9-EB67BA4D4AED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D67B5696-212B-7DF8-99A5-2C4E216FEB74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27B39522-12C3-9FE0-2902-21FA590C1F0C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7E7BE817-C09C-7F24-0826-75A636B66DAD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9EDDC01E-BB6B-8E2D-883D-CB884357EBE4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BB5AC3B9-A897-E8C4-E2C5-E173F7A7D4A6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87AA4B5-BD25-22AD-9684-146916F60E53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4DB61BD3-4CD8-7401-C592-304FC3E69BA2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C4A5DE9B-0680-E013-926F-068BF34B870D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6AAEB494-6FF8-377C-2754-940AF4089B83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4386BEA2-1498-A2F0-E1B9-3C65A50CEC24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2535011F-5E9B-E730-0E2A-E654391FE62B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A0823A1-D6A6-B41E-E5C7-C8F0FC8EF1AC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91ED0974-0CEC-FB6D-71EB-08246E4E4A67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D9A6E702-C624-E31F-05A6-A578F26A2546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A49B10D9-B3B6-1A90-A2A6-CCB55D9B2BA1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F9500128-6FF5-01B7-FAD4-F2FA8298C918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6580CA4A-EEC9-8C2D-95CA-6839ACA62C4D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267D6736-08AB-C572-D37D-621228B73C66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84A20A6A-006A-BA73-DB88-EECD04CD1A53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3ADA3C48-D43F-A0C6-834B-45632703099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7D4D3186-9472-86DF-F5B3-4A124B8F283C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2C363046-3E03-F41F-5F3B-2C3A48406EDF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43F1B4E-659C-A484-6710-D81EB8CAD587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FE736799-8CFF-23B9-D9B1-7AC445DB049F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A8AAE467-C428-3338-5C65-26702D1E9983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0D67EE8E-9435-DE77-9F49-8B71992710F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5B9914EF-349F-59B4-629A-72751E1B849B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F25C6C4F-4F38-9BF3-DAAD-8D9AD23FE68D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AD6551A0-3499-E019-A516-329DFE9693C6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A47D30CB-118D-BF9F-A07D-7697BC9FE24A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17CAD707-25BA-48D6-8C5F-BD48D03AB074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B321DCC0-25E8-970C-9365-183E89BEE0FE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98B82515-1844-DBEA-B941-B19BE0979B8D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45A45EF7-CE1C-8047-DEAA-19F7B04AE5DB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33DED6AF-D7EF-46E1-30AC-9B83B8C978D5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63783765-8A65-408E-6D56-0002AB7AF428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9C8ABB4C-35BD-4544-F860-3DBDB56703A1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DA11F3E0-9C47-0B74-854B-9699C237AEDA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115F0B5F-5E1F-8E17-AFAA-17E3F63808B4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14E05FD6-3F4D-598A-F7D9-36056D1AC93E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E6EC32EF-E173-FC96-47A3-4FC6125EE8A9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7104591F-91F1-0B63-BF56-8A4658AD8A8C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9B229F55-7AE3-C522-E52E-973A2F4E0728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471AACD6-2402-B340-102F-366ED1847D30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1C4844FD-68F8-136B-E034-EFAD51F2719B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25506B94-3B4E-77D6-5C50-0471D547BFA1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5CCD945C-F06A-D36B-C8C5-40593EF229E7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9B77671D-B5E4-7A6D-0FDB-EB341F5D415A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23981184-8EFC-6E03-2471-8C4D0681EA89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073F2B93-669D-0022-9555-336F2B2BD1E4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B5255005-5BB5-1282-0F97-9177D96E8438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B8A63C5F-FF78-69D6-B1E2-778A58B6C999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800D0DF3-6411-CA2D-D5BB-E6E509195985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98560CE0-C7BF-2BD2-03B7-5928D0E153E8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A57BF172-FBBF-4618-5AD5-A21E2532CAAF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9C1B938D-672A-1F7C-EDD9-9659470738F2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3CE1004F-F227-135F-796F-D92B739E2DFA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84BDDA7C-A444-2F07-6573-FCAFC367324D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B140C02C-486B-EB2E-6B3A-C92EB1DFAE23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BB97F142-8752-87F5-1433-8F445934A622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90928DD4-D091-D997-A742-3327609ED5D3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0D9D414-3570-B04B-0C08-50B385CA5DC7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5244A99A-2F59-2E62-7588-2B3F0CAD0192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24081518-F1EB-9A8E-4C26-CEC10CA67191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8BD3C909-A169-9B2C-19AD-26CF3438AE7C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09614915-4F1F-1052-37FA-07A5BEB70055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183FDA89-2B73-7B74-C3AA-9F9991CF8E39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B8AE79B7-4CC4-D31F-6C40-4EB32F53FBA8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AD8597E8-07C0-ACDA-F4DE-BE3A04BCEC27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3C569F7A-324C-E957-94F3-D45EF79C09FB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A18A7011-D59B-6A2F-E5FD-2D312CCD1EA5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3E255122-5A5C-72B5-67E2-B0E88E9846DF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AC81860C-7E8F-9883-5F13-6AF80C11778C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9DC16ADF-F375-3D57-4B74-F7038C156641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DE7F2E4B-8683-7C9F-567B-144C9D3029E8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837607CB-35E0-96DF-899C-8CC43AF6354F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15BC4F1A-6C19-4C1B-4674-5B0BFF3E7BF4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A7DB93EE-177F-D96E-D287-C8F5FBF60BE8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BEE68834-E1DC-519B-A77C-25E827DE0D84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B6ABAC00-253E-7048-A76B-32299014E33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028918D1-2FEB-9071-9793-E2096DD2FE37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B88B5C2F-B0DD-55A9-BFA9-94B8800C92D6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12427850-07BC-CFB7-4581-B417D6460F06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DB7AED2D-D755-C4DD-94E3-AA0A0DE05835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FA4046D0-6A65-C6BB-712D-C1D497C4FDCD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EFD5AA32-BD5F-E63E-0B0A-598CBDC32246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9578008-FF84-44EB-3891-C1149C47CDCB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9EE3916D-4232-EDB5-D406-BAEED9DA080E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4DCC06E1-F83E-07D4-06C2-C4842299D1B9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930C8B52-95A7-5DBA-DCDE-97E02A340CBB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B7E11201-3E38-EE5F-3E7C-EB3E298654C0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E9D33A41-96BF-9DC9-AE8F-9B551D1E58E3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9364FD96-D4FA-E4D4-901A-1F197DDA88B3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E8B6ED8-2A04-134C-AAF5-1374642EE842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596A2194-C132-A8A6-811F-D74240A36B5F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EB9EF753-6FBF-2B4A-9D54-2B00574D7FA7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C5751858-4C91-D679-5441-915505FE28C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9EC83E0E-A6C8-FC66-AB45-E9B9048017F6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AC04760F-FDB2-EFF3-BC39-4A7BBE39569C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64D757EA-BBF0-E67E-0EF9-45511CA70BB8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5B32BD6F-05FB-9679-732A-C1D68E4F483E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953871CC-FB74-7F76-EC06-47D8FBBED53A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A867FFD7-105F-D80A-7E17-A84B3668F878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1C5E6076-C7F1-C7DA-1630-407F3A6BC82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38C08E0C-4E83-588A-FA8F-A1C8671D35F8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6A7D32BA-2E77-AA94-C711-C3EAFAB24096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0D0C100E-D638-6B35-8703-AA825C0C3F1F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276F9595-24F4-AF16-C6F6-CFCF2A67E6C8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81CF6829-8C5C-B97A-FD37-F93E1335DDF7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7181CE4C-7367-5998-2D9A-68BBE886A725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33BEFCF0-8C90-FF9C-05CC-AD3D4775E19E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79401A28-B997-334A-4B8F-C6A76CE17483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E129FD7F-B410-68B9-C4DD-2DF522601306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59FB165C-7BE9-5BE1-CEC0-86BA529CAD40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BB8DF9CF-D41A-732D-0D18-0847A77DA599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4F9434EC-E63B-3617-0D38-E3501E4FDA0B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5E4039EE-412D-B3E2-B59C-39522A35515A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E04CF63E-2989-BD13-ED45-26BA1631EF9C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FB821E4C-8493-7095-6695-8EE0B44A0F05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63C3F524-3066-0CEF-C3CA-141173F9B7C8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2B154EFD-104E-2B83-BA0C-872C139BD56A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A01D4C13-8BC3-9251-1A05-E072FC503F6A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30CDB54A-D0B0-3E45-3F62-9F65FA4524C9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22AE6676-2E81-DA92-BD54-76D4FFD4E1AC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DA7FBE16-7F13-A02E-AD73-71297379CC38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B4BBF106-2B11-6199-E76A-402AB4D19831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4B5FE3BB-281C-BA60-E7E5-6C18D250012C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39CBFBFA-0589-9EBD-037D-A007A52C8A8D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56D41754-FF96-7ABB-8D68-1B7F5BE1D947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0FF0CA11-F0F2-B4E7-B156-821E1F258B05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38A7ACB6-2198-E6D7-6529-86F73F8E43F3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1F9593C2-722A-F774-3F1C-1B4D28B3A60E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FF97BFC9-B1CC-34B2-A9AA-D45E5903ED47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CF36D309-682F-F853-48E5-4A016CDC9498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F7EC16A7-394F-DAC4-F585-F6871BF04C3F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9BB1F1F6-D81D-078B-98BF-8F8F50FBE340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AE600B7-E66B-4897-3815-03BBAA7BFA95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073E1753-097D-FE8C-39DE-77DE8A125531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98DC2417-D5C1-8171-267D-C835A75C95B6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3121F9A6-2B40-B27D-0A71-1FB16A7D7A57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A09396C0-C7CE-ADBF-4C85-4A3A8754188F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5793F18C-A2EA-37A0-70CA-47E3F40C20FC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8A686682-ED47-3E56-022B-664D0F60085B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90A66383-34D2-4253-1EC3-F6D4149D074A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B541B180-5749-C974-D996-D7CAECFE5D0C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3EF332CF-7972-1AE5-67F7-611F690BAC96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C740AD4F-6003-C8E3-E5ED-6EF87CCF8806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F39F83B6-2C9C-2B67-A709-855D72334B7C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E168A6F4-93B0-9234-8587-058A53FC58B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EC1F7402-3472-53B8-66FC-164CC760EE91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913AF7DA-7A86-F6CE-BD9B-9AE39EDDF166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12A3C65C-A888-7CF9-DED5-CFFA3D4FB5D4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6DF28790-BA8B-E219-1401-36A1E55BF62A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5D965CA4-8ED6-4A14-F4C1-3B568699AF8D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F30BED79-AC2E-7243-D25A-C7E5593269D9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71BDC3D8-2560-5174-750F-71DAA7593E98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156C7CBB-068D-C0C4-38DB-93D5A0760442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D9F150B-1C21-C837-53D6-B1C6E61346A0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D309BDCC-0700-35CC-9C77-078937190F33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DB2EFD44-9548-AB91-971D-E165C50B3553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75DB6A56-CCF8-1795-0CDC-4D35A7EEF040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F2BB948C-EDC8-BF0D-7350-23B9B1C48473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AE23AA62-256B-1A6C-C4DB-D53AB908661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DD540FD4-EE7A-C92D-13CB-00FF86C0D1F6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697D1BA0-BB9D-904E-28D9-23A5279CABB1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7BF7A72B-9F3D-53E6-F56C-B63882E9F248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B197D74C-C758-34ED-342C-0D9A0371CCB9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7354646A-F029-0CFF-F07D-D8BABFDB67B9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62B3E9BA-52C7-84C7-F68F-245AAA6155D3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A18F4C39-0D0E-979D-424E-2FFB0D293C2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83DC191F-EC2B-6CF7-330A-FC90CFF1226F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CCD713B3-1470-E4E6-9985-633BACC2731F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C0983218-C0F0-4507-2AA4-9B3A73720FE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76BA333-55B3-AC7E-F0BE-11713A2034AF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BA3FF38-B137-5899-9CFD-52B04668BC7E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8ABE107-630E-EDD7-320F-4D88293B28F4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ECB6E5A4-95E2-ED52-539F-C114D2891160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8264EB5-3C33-72DE-E61B-DB1B060D1412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D0A373D-7CE5-0005-BFDD-BD420F87157A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FEFC67A-AA97-3B36-22D6-8873FD9F8413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394B7E2F-0BD1-7882-241E-077F9A918854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CAA7CF-FE0C-6498-E706-A84141C62AC0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2D138F42-F283-266C-0456-31320B6CC957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6B37EF67-25B2-E89F-CC0E-B7DC86E748FC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4EECF2C4-76CA-845A-B670-7241C6AA8B90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403F3AE6-16C1-F837-E2E2-1F7C7D3D68FA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6C098E77-D377-3F05-E3A9-14A94925124A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B632A63A-93E6-1F7D-FF6E-3112A66B413F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9525ECEE-1DE5-9C2B-9683-B4AADEB266B4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6CD8D80F-42D5-E2CC-A2D4-9714801B9044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EB985AEF-4217-3243-34D5-FC2CE6681105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B269CFA-2151-2FA2-BE11-1C0DE67A75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F11E9604-06C3-A9DB-758C-E4289C86573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252B6C30-F8F6-57FA-DF9D-D1D050A40671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A14DD5B3-BAF7-AF3E-04F5-51420895173A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0774F70A-237D-F7B7-582A-EB2109EC72E5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6FC7C6DF-12F9-2BDB-2B7F-520DB316F258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CBB2D875-88F3-73B2-C460-A018E4631CC1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8828B12B-54CF-EA11-9AA8-4C10546ED542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1345A280-D132-FEDB-3F92-64B654C33D3F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6330CD9E-8065-1E25-1EF9-7C302A583542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4F8383A4-9554-1B6C-6210-78305A738EC5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775E52C9-7232-4E4A-E79F-AC922A15B6DD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98A54D78-82FF-8E48-BED1-679C83E3B4F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48B7BF2-CC94-7394-0442-3C9C733EC879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A042F3B5-5DFE-9114-933C-D331701D580B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7D9A6B90-F6EB-CE83-E121-F6ECD68A0DDC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5DCE25E-71BC-89AA-F4EE-309B0124D28A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D2F8F3A7-1791-F104-FC01-D67ED00D9B39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9B76352-3A03-4501-6409-B4AD47049A93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4B195193-195F-33DD-47F2-B26C0E1BF665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C98D7EEB-D008-5960-908D-8E0916AE6A64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BFD63860-D090-FB02-F49D-A35B410D527C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rgbClr val="FD5B0E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78DD50B0-ECD9-ACC9-4870-3EE1A69137F6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4841569D-97BA-5794-672A-E330BA269BA3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DE3201C6-5C61-94DA-FFED-C262F5235DEB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0E7326FF-E407-E624-F009-33AB5008F1EE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71EDE635-6B32-AADD-EE04-6A074C3EBD5C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064CC87A-BE5B-9607-5EDC-58CAF190757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A19FACA7-E8DA-16FA-2FC7-00C832F644E4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0ED8AE5B-B258-9963-9BF2-1A854470D67C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D535B342-7684-8B1D-5D97-828D11FC0F8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6DE801BA-67F3-7075-8957-69D27B89E7E9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6B5E346-061F-2B22-8A84-F79AFFF0416C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B581674A-FC22-2EA0-F15D-D308ED599B62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C39571BB-4BB1-9729-3375-7DA3FADA49F7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86E0C4EB-75F4-6707-FFBB-54833C531A41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D0D6CB6B-6ADA-8F87-B27B-F65F731C9BE6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6F44F807-374A-CD1B-9F75-D7503B62968B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544995C4-C830-2CA3-07F6-F28A00EB5178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92024B55-DDF4-A156-4612-4FAFBEBA1D2B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DD124F61-6C35-BF0F-55DB-FC14DA519E1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21C4A6C4-F9E2-A2D8-A969-8A7445244A14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2BF245D4-F1C7-2D7C-E368-741A308B9249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DC40F967-99C8-D216-9318-C9701176CB35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A9714BB1-6357-4D22-DF3F-FE47611CA617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355CDEEF-CDCA-A6B3-63F6-C7F98FF03FB6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4D6767CB-45F6-E1CC-2FFA-6F6654FE5EA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6E882371-7CBD-44BE-D25D-A6C6F9C13B1F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E0632827-988A-ACCF-0D24-37EC6CE52259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92FC8BB9-5E57-2161-954C-53164BA7294F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73BEAA9D-9C32-2B4B-5578-35F94232AC6A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F5F5CB4B-404A-BB46-7C04-9E303F56F373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57878699-7243-EC3B-996B-2F9D3DEAA996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51A83294-4DC3-0E00-5A51-9D01E69189A1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5B615FB4-090B-10E0-E259-42D7AB7147A1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64421154-D49C-A2DF-601E-6E606650DB8F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76BB4C2C-8DC6-1E99-CD3A-005ADA3B1599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6DC3A1C4-E0CC-AA12-CBB8-424120635606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620B327E-E3E8-D5C8-599B-0B94D0646932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860B3519-FB64-A955-525D-FEE6A4E9DF25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E316526-9EC3-7084-049D-83EF53E08211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7F89881B-CF51-8613-D845-F8142A0EE84F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0AB25AAF-84DB-784D-C0CE-F9E177B25DB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AEA36C6-AC11-4D09-AA2E-F55345F376A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16C014E5-D0FE-3D50-597A-63D92C21F47D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CFF56D94-435C-603C-1E16-8DDDFC6317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8893584A-7561-92BC-FD1D-6E791E54113E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B6B7C497-7A93-51FE-7438-16463D7551AD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DE98FAA7-798C-7D64-28C1-0D1F7503A7E9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D033628D-410E-2943-D180-97418CF6AFFE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C12EE539-8C95-075A-BB6D-F532742D35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1375A601-24E2-560E-3B27-CE0815732281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1CA7E400-FC9B-18EA-377A-4ECD4EC25C86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554D3DA8-6332-6F6E-5F19-FFDD1D42B0B8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FF5EBCDC-5750-EB49-B851-4F9770A35D85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8B7C66EC-EC65-57AB-5349-8A1532A75F34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9EE1DCD8-EAA4-4D29-F41F-429A8449CDC1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3B3AFA46-76D1-A1D3-D02C-9498E89B9239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99A57242-5D1B-1428-6307-D948C0A654A7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5870F3EC-4877-6DFC-60C8-7CE5421A0F42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95D11C12-05F8-A7EE-3379-9780D4170F0D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B49109EC-8502-397A-DC58-CF6808C5D942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E67E9C38-820D-1DF2-89DB-860372F1EE3A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E884E927-9AE6-AF7C-B3FE-CFECFCF81B10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C535CD9A-C531-7C1E-22CE-EDA453F570CF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8EBBA370-E61B-FA38-568E-F9F8003BF568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9FD68AC4-8D49-4550-5FF7-6AE85CF2885F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DB5CA4E8-21AA-4D2F-BAF9-BE55E02CA7AB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3EFFE658-C5E9-C0D5-5AA6-529AD2A5C190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20B27ACF-9173-9CCD-FF0D-4DFCCC3AD19A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CB56861D-0542-E362-E8D1-FE6A47B80E3A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FE318134-5164-57D4-9249-CCC2402675BF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F0653CF1-C409-AB41-836D-CC7B32C61266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9FFF5F5-71E4-42B9-4A72-F97D84190028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7369670C-77C4-0E9B-1571-BD4C1D4E7060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0022227B-50EE-453E-09E5-8B26E7E83CAF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DD14E902-1352-799C-7E1C-40B9D9B994EF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96C174E-C67F-72E8-F6C1-E2E6A94AD82C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A9F990E1-ED21-19C4-6348-FC8FAB6E06E8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978B247E-7C88-791D-51C0-E2E2ACB39DC6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F563D70E-0269-B149-FEA5-535C21C4382A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B404B205-C081-9D50-FA4A-21CB7AD10709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D591D9-EB14-E729-2468-F6ADBFB1A1D6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D9B1714F-E53E-0278-7D16-38F97BB1FB45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C917C0E6-FB3D-E5C2-163A-67F66960642C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D07B79F6-0528-9D95-0286-061B5F060609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FA28C17-9FCD-4B0E-61F0-70F2F0D175D5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CE6BEB1B-DBED-AC95-6086-9E995B6E4B6F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D26B101A-3806-E15E-C9C0-76770F04086F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7E9EDFE2-8F4A-815E-9C30-CE0DADC66234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02FDF9C5-21D3-5050-4856-A93293830001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A87A7FA3-E32C-35EF-491B-D7D46C6F4419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49A1748C-D767-8BC1-BA2D-A413E2FFD4BD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B6FFCA1F-4851-7559-4A82-685B903FC298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05B75CE8-A870-C508-3DF3-AACBD1646765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4B2B98AC-2B68-3506-3DA3-6CAC34F9E6A8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948EE660-4017-BC5F-70C1-EA8F27249382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0B70691B-FDEE-0721-A662-90ECD22C7FF4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86D25C69-377E-D689-F68A-BC190C04DD9E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E632BDE1-1EE8-9B1B-1EF7-68339ADF0156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6F14E06D-57CD-C03C-8547-2B0F12CD4F5F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B1BA808A-5B11-3B91-ECF1-1CACA0E4E247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0140A2C3-09CC-D005-0D50-37974C8EFF12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79E2CFD1-AC26-2A02-83FD-FF354E8747EF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1AFAB7F5-E415-9C8F-542E-1DA3883DB026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1C8A6155-C454-2F3D-CECD-84F275A5C6AA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83849B38-972B-A911-F1FC-7B8EE0305E64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DA91D432-DC7D-1372-9ACA-1F8723C7C08B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7501D6A1-5E1E-A9DC-FAD5-6A458BAB6229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9C2696A1-0AA9-D604-614B-E28D5820865F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CD828D7F-5785-1A1E-80C2-2982AC8D6B8A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762D0019-8CE3-AF83-1FB5-7AA9B4F36C09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7D76C2A9-4819-BBD9-AA33-5B2000FCCFE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457BA4D-FA73-901C-1129-DD328354877E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64A25F1F-343E-EE20-1759-0786B2C36CD6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7D8F47F4-6499-2A92-8318-DA774DBB3E15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0A9A0402-3EE8-CE83-428E-48EB18E581F2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9CFD24BD-567D-2B36-8EEB-D4C43DA112D3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B8918F4F-41D4-A383-B6BD-4219D5CC23FA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CC54476F-8EB4-F594-CD6F-92E91C2D17D8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F522AB8-EACE-99E1-36F5-8E5D94E3CFDD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D2455034-AFBE-616B-2FB9-220EA7AA2275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359F4E8C-6A68-2B08-C698-21A8E19F5502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951BC76B-2042-68EC-E020-50832F06F794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DA4DD672-7F8F-2EA3-4FC8-44C53BB0EE21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768C8C64-DA07-9C6D-5E9B-88AC98A382DD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AF8EC089-C726-88BD-6B9B-92B55D513ED3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31E58183-9C87-7050-37F9-3E29E62DFEB8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0C669683-9B10-D237-B8BA-FDC728E16A48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004E37C1-8848-499B-D345-6EF24F44DF3E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DD196124-DE3A-A516-F6EE-71E523C11612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01F4F3AA-CD73-379D-5FE4-285DCADCC204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F1974E3B-3542-846E-3DE7-78EE0FBAEC03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CBF4283F-F464-B4AC-9C16-BCB55B4639CE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2229E04A-A3BB-F7AF-97A3-DD52AB8711C2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3474E07B-323B-FBFB-6090-038352026632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34AC0B11-93DF-EF72-2BEE-655D078513CE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D365A52C-3558-1E17-DE5C-34487297C9B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6BA7C7D4-68F8-6343-894C-6CE51565E9B4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B5526E0A-45AD-5AF4-4F32-BD623B63828C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9A0E27B1-4433-496D-1D39-D3C0B00BDCC4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BDA7EEB6-2AA3-1EE9-DDA5-C8A3F300D320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F84C7D94-C602-8092-65AD-02D046769DD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BA1B08AE-C2BE-530C-A042-AACA2E06CCD4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75CF197A-89DF-5DD2-AA6B-91A140C3E195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505177D5-D268-5A7E-55EC-B7D3C0879B12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F77111BE-721E-50E1-8144-FB4E56AD349B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9ACD46E-64F3-10C2-6D3D-A7AF517EEDA9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DB8C6437-43DB-2D32-5279-A495D17397A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B59EB478-B4F5-5F57-B4F3-434373644F75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A817093D-5772-F249-2A30-F747718523BB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458E459D-F31A-2FA6-44F5-ABFF30B88E7B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057F93E8-D3C3-4627-54FA-6F706840735E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8E8A993F-6041-F79E-2324-F879FB0B07F1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4E3B354A-4037-1784-16EB-90869EDB6FE5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E86FB052-52C5-1AC5-89CA-FF120CC08A6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794081CF-4F2E-4D48-59DC-3DF6BF4B15DE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9D1F175C-5769-E1C1-5439-50F0CD1E1C4B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08F9E523-36BE-396A-6FEB-25E2ACF89D62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C92C7B91-D754-31F1-7904-F5E236E19D02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42215DFC-AC66-BBC8-1349-68A49CA117E2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1D240371-FF1E-04E2-ED30-A30C320494C5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E384A091-7F4F-A85E-56D0-370B08005D1D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77889E5C-973C-2972-C44C-C12E09AA1786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68C5245B-1F6B-92C9-043C-AD1A819022CA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4C45E6C6-D56F-FC27-3B2D-CEE9EDCE0AAF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A2C7AF2E-D0CF-2B76-8340-0D6D7A80F0BE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D87777A-08FA-7854-8FF1-1912907A5A55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90BFC739-02E9-EE80-8528-84B5EA878332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E80FA689-49A1-3B70-2C55-C2D390E3DC31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31D23E01-DE9B-C662-1D7C-BE2443F02F10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3F43F06A-12BD-A421-8654-4A9D303E85B2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C1AC9D7D-D244-196E-7FB0-95E5644A149E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B8739528-1176-BB96-5E7D-3B5F2950D98F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F8416BEF-DD8A-D89D-DAA5-A98841B73038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6D2F303-488C-D69D-56E2-A18B22219997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D28174CE-9459-7549-2175-0F76E8A39039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D8409E7F-8AD6-3255-B074-EBFB8630C4AA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8F4A75ED-5BD3-3326-B9CD-1BB189DCC953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DD082D81-2F26-4636-EEC6-5953B568D0F5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088BB770-192E-8157-8AD3-51DC0BC22371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8E8C7C8A-27BF-0B71-A4A2-7A2883163850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0974B7C1-1AE7-6776-391B-B57D8D478F9B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2FDC802C-8468-D1D3-7B86-FBA9631B6743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2B898DED-C5E7-8963-D756-1E9080AE6BD7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94367CF3-EF70-646A-92E3-B4B31FB17ACA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77BCD30C-3AE8-F0F6-FBF4-F3A190959F36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5C748A7A-0D73-EF4D-F813-8898489CB85F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B9C653E-E0AF-C380-A702-07B229556FDE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8601028D-D1B8-CFE7-51F1-18FDC3FE23C4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D31706C0-72F9-9E21-C914-BD3F1A2A7095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F84DD8A5-EE55-84B2-4A8E-CBA174289FB6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4261B7B6-BDE6-62D8-31B9-B17E26442500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E3750831-4848-0C4B-378B-46E7BACFA0B1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D5C3A0A9-AE5D-1043-73E0-967DE83C61B2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2A963609-0EF7-C773-8BCB-FA22B7C679F5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9D400EE8-2FA4-58CA-C220-16CDB9CF4980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042266DA-CC5D-EA12-D990-E99927047796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FD994898-E61E-483D-7DD6-26298F958BF6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8726D8BD-5E07-B25A-0224-2281A4AEB0D0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3E7CC374-736C-F7D9-ACB0-034D31991F23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0633D117-5A8D-ED2D-34A1-09D400CACA7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D48A1687-320B-64CC-F7D7-4467AA65AF97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ECC91E9E-EC22-131E-3E5E-A98945FEE15A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A28E7B31-B4AA-C6E2-195E-6A52AA291B6E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82E23615-994E-EA0F-F333-3BB3F9B4118F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F3408234-159C-20BB-E732-80B1A6F3A834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47E2D8B1-AC96-0840-43B8-5CFF5D055430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BAB06D0B-6A6F-B93D-8815-0F0D9F25A67E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0AB36F68-0EE9-7A42-980F-C1279C186826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B4A19F35-F195-490D-DC57-5D037BB21F69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C46376C9-12DB-828A-1EED-ABDF4934EBB8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B555D3FD-8A1C-831F-50DE-2E737F7B8596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9C2E96CE-086F-EBFD-361A-6CE80E4724E8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A8E8783C-D1BD-AA7A-2BAF-17D0F6FB4473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4F8BDC52-74D7-6824-BE80-5422464DA54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4F17C235-A145-EC28-EB42-D53E8080767B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CF41AEB2-185E-CCFC-E115-0A43CAEE888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8420A955-7F12-A4DD-7359-2ACD2C0652ED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98F25DB7-80F1-4817-4D00-2FA65953E7D8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9A20EBCE-731D-546E-C067-E73A6E53139B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AA53848C-E554-D602-352A-E326642611D1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0EEA9AB3-63F2-8223-FC2D-A43B42179A95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42B1FE4B-C80F-D4AB-C7F4-008FDCFCC0E6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AC7D86E2-EC5C-8170-7B8C-B9452E0775FE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19AD2BE4-45A7-0B7C-60F9-55D0BE0A1458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8903AAD2-EA9F-8C9F-5564-B5038898D1EB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8B7786C3-E537-055E-9E7F-DF6E998575E0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A5A74FD8-6517-E13C-E1BE-0AE7F46B655F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57305582-E95D-72EC-FA00-54BF7097AADF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E07B8404-AB16-1349-DA8B-0344C55CFD83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C91F175C-A86D-6D8A-BB63-CB5121DA2189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566E6CB2-8E57-8AEB-D880-DD7B80BFDFD6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DEC0B7BF-C8AC-4574-5E2E-8F5E0B068228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DACAB09F-8B2F-C5E5-87A8-2B86DF2EFDC5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37331731-0A27-52E8-F4BC-18E812186D40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F000633E-7E87-9D49-A433-87014EBC4F0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2C14F11A-2CD9-6728-2D95-266D93288CA5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672AF1DE-30B5-A184-0A8E-228C7EBE6730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B7A72B0F-8E3C-0D83-41F2-958AB6EE86CF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F59C521E-4F4E-7FCC-E9D1-B15011BBAB9E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FE42FE5A-9736-5B92-3437-7E04EEAF3BF2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A66F2C50-17AE-A0E1-781E-3E81798B2CF1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6B251551-980B-49B3-4B48-8E195FD02FAD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E5B3D645-894E-9ED8-783F-D239CE7BC63C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97AF2530-2EBB-FB9B-2665-72A62CA9E952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C511D781-26C9-A0F7-E146-5D7DB214F4D6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12EA0ADB-83BA-22B6-A58E-D8C47F923F9C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5103A419-480F-7C59-C006-64BB134065D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9D2429D6-456A-4610-2841-46D54DB60288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ED9D23D0-A6DD-F3EA-3B27-FE86CB2B48F5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BB707FEF-1EA1-D86B-98A0-740E96F0EB22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E6B4983-26D8-5FA4-298A-0A621F3C869E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7234A933-38EA-FE71-0C8B-4668C75F5498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4C4880DF-3035-440D-FEDA-67DF3B20811B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2EBB995F-27FE-EE27-2201-C8D633F5E38B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6C12D935-90FB-9514-F2FF-1843C84BAD09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B90E9814-B38F-2710-61B2-D4EEDB04EFA6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BA5BBFC2-9786-40B3-F0E1-4343A109FC9C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5FE4EE7F-16AF-9C7E-FC54-6789770337B4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EE1A6D3B-0E2E-E0EB-BF19-05514CABC1E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E10EEFD6-D3E0-E69F-924A-ED9A7AA82B7F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D32376CD-BA43-763B-6CDD-1FC28DD46136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2ABF498C-5F36-0B74-78CB-35379134018C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44F351FD-9F05-0C37-85B2-82F1BFED7956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6E086831-081C-4FC9-A97C-9A04165CF960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1533C233-55F4-770D-3578-90B37AE56CEA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1157099D-5AE0-5487-035E-073B24EDB92D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905519D7-4C21-0C0C-450E-201B906CCA33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D076C501-7B2D-5E54-DCFB-5EB0386CBDCA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87582508-394E-8FDA-D674-E972341C6346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116C386D-0E0B-037A-4847-1A748B93FAE4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5A256A9A-D178-3CC6-190F-02C8CABF79AD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D303942B-A8FE-317A-F593-5C26B4C3F510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F7BF0A3B-0C88-2004-604F-6B1BE5A917B2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C723325A-AC5D-CC48-180B-F48CBD47A65B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2657B473-80A7-4CC6-AE40-D435944C8EB7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6B17038F-7D35-35D0-16D2-304E2E55BBC4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EC7263B7-6FAD-A38F-1755-2EAB98DC6C71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F30BCEDD-D8C6-18A8-AAF7-4284BE64E98D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A220F410-07A3-C069-2A48-20CF79D92BCB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9E87A774-1437-579D-00CF-09B1ADCF26DD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5D1DCE31-BF56-EB6C-9FD9-B8AA8A0A5EF3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84DB2623-A644-A9E6-50DE-7F96A5E36D6B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69BC34B7-DADA-ECB5-FB65-838D09F9845B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B3F1E8AD-25AE-1807-9CE4-A2EF4A11E32E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1F2A50CE-CDA8-04EE-518C-A9B41D334C14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931C6B6A-5C7A-0367-6F97-F27649D48A8B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2C11E961-2F7E-C929-BBC9-78B0F193815F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FF1C4B2D-E550-6F3A-D826-5EDF41A79F44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8466E6-A85C-FAE0-03A4-22003A78E04A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3C4DDAE9-CE1A-4B32-75F2-C0D570B8BCDE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495A47D5-C890-417E-C548-A9B8569A814F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BE2D41A1-B8E6-184A-5170-553A0654E54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ACA3CB7D-0EE6-669B-1DEB-F9B0DA28027B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76471987-FCD8-E23A-1C48-0A6650BED250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4FFFEF7A-6711-977E-F035-0D6703AE92F2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592EEEAB-599B-4A0B-533B-901EBA619E62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D5F2DE1F-DA05-1602-18E8-E3D020C9BC27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541CADFF-6665-A38B-48F4-2EBD4311A616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59732206-1E9D-A0CA-FBF8-64DD40D106EB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EE437814-BB60-19E8-BC27-53C7917A4CFB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CB535F7F-3EB9-2CB9-3722-504E21CC5D66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C05BE77D-52B3-A080-F906-EC72EDF63799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A8B473CB-1AAC-A95F-A903-59DDD71B516E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D82EB741-808E-46D4-4803-60865FA6DAFA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5E4EA6F5-EE63-D368-18E1-17F1E69C57A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B23D684C-0615-B775-8E0D-B68DB0F7FA20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FCEA9F86-7BA5-030C-43CB-DDDFFD3489D9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6DECB062-DC81-C53F-216B-4485F22F993A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FEDB284-B03A-7FB5-D0E3-6133F5DCAA2F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6B88330D-0C6C-45F5-17F7-FB85174C2128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C777433B-F530-47C2-4D13-93D00E3D9C16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73A79266-6051-0499-E5F1-8D91C0D86185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090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48451-7B21-B6A7-7D5A-23214D7FD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BFFCC17-00A2-CDEF-EC10-6F785E35F41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E6318-BEF9-AD73-1AAF-D3D3272D057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0CAC99-17AD-25EA-1A0F-C118FA9D6E3B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C0803471-9FC2-2851-3A24-94970F2C1B50}"/>
              </a:ext>
            </a:extLst>
          </p:cNvPr>
          <p:cNvGrpSpPr/>
          <p:nvPr/>
        </p:nvGrpSpPr>
        <p:grpSpPr>
          <a:xfrm>
            <a:off x="6496001" y="2302157"/>
            <a:ext cx="4521999" cy="2621262"/>
            <a:chOff x="1397225" y="1410350"/>
            <a:chExt cx="4786300" cy="2774500"/>
          </a:xfrm>
          <a:solidFill>
            <a:schemeClr val="bg1">
              <a:lumMod val="95000"/>
            </a:schemeClr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BD6CB964-59FF-95DE-648B-8D4D14C67491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CB23297C-E1D7-7E2D-02C5-F192CA5132BD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BF8B265A-7A69-EFAE-9955-B7A39D192AC1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76C60C38-815F-B27D-09EC-F45117D0573C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CEFBB12F-BC53-A8D6-4960-6E479F255269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38B8ABBB-63EA-14F7-DD19-D32BEA41E6D2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D349B93-4C3B-21A8-7B3F-64871249D9BF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3EFAD884-8F6D-D3B0-AB95-F677057BA94F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36347301-BBD4-A120-736A-77FBAC8AA14A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4A25516F-440E-25BA-6D35-FD259186237E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719E0528-2A7C-46A6-12D4-925E47009CF1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18634C61-8ECD-A891-1405-BC32142D41FF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6FF239EA-03C9-3471-DAF7-F11D5F85B0DF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4BA0B2C-254B-580F-AA2E-47B23E942AC5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2ACAE4D0-27F4-CF54-CFBB-6B560BA9AC9D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D26AC8C6-F40C-67E8-9A8F-72A87D1ED228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0A849C27-9195-B0BF-125E-7D3537B0ADF2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E3997BFD-6536-1DE4-F312-80EDA4FE0680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D9FB7363-E0C3-43C8-47D1-F5903F0F05AE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1833C9BE-44E3-8194-5C53-32CD51AC7C16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4CF2BB3-E926-DC8B-F668-6E409A0A242D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C5619AF-2523-6362-B73E-4C19C0AD6DE4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42C6D0D3-71F8-C269-9B36-8A50140A5D55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AF1592E7-EC58-0833-F4CA-9E84C1F8D077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B2CC85C9-1A8E-5589-26BB-1A58BB72C059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17D7A6BE-EBFF-909D-20BF-887DCC7758F4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4903F6F7-3CC8-D04D-996F-7E2BF680FA37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802733E9-C6A6-8766-79C1-0CC864360AC7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4A27CF45-F7B1-A087-C6C5-B87602E19A02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BAED5B77-6D3A-E535-1502-61EF2C3CC608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90B881D-EA5E-CE47-6BC3-E745596BD6DB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D69F00E8-08F7-F554-14B8-0428E9A6421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D68AA568-8014-7819-D0D9-9EE91C9BC916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F85E511-5C64-0783-1C90-BEE8449218E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E3FE4092-8EA4-E87E-4DBB-5B19FB6D3D28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D258CC89-1AA1-841A-96E3-50841EA4EDF0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5E06E283-1408-FC27-4428-AC15D7C62576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D215286A-FFA0-F8C1-5ECB-37D121AC0E86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B6C16967-5A74-C4D2-3B5E-6F3C6F0A3F20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E11F1341-87B7-A778-27A5-FF4BA3BBF6DE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9C31C0F6-F4C1-1609-A6C4-803B7F4CFEA3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57E457DC-8AEC-DA54-ED16-E8B1A265167D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6148C0F7-E8AE-21AB-FEC3-20C0275EDD10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DEA947E5-D6F2-E56C-ED60-7B852083EB8B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C61E16FD-9DC7-477E-76E5-4D0729BD6920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33310B0F-D416-3FD0-31DD-F7C061CDBADA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557525CB-21F7-6A36-A50D-DBF5B0DFCEA1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5F116DEA-D875-3408-00FF-75012966A270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DDE4E0A5-358D-1254-98F2-2475F7322B81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8AF12CAE-84A8-0769-0932-8D0FE9DE68FB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6A688C2-69CF-FE95-0B88-8620CB44739D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132EA83A-7452-54BC-57D1-1ABEDB667988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375DA80A-B6E4-679C-E086-61AF27962882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1A158EED-8DC1-17E4-78D2-A00E0BC5EE1F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AF889820-FA21-9BBC-1BB1-11817EB0F41F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060134B5-E8AF-A088-977E-AE339501EA67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1057EA8-3FB7-2DA2-D315-42F3C0DDE2BF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5C647A95-8263-4D5B-C64F-EA72C7FEBF3F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0CBEEA30-4C23-46F9-2714-96F3854DC43E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3C5ADB48-7145-DEFE-8F00-E3A7FBC2D295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53D0F509-73E0-458D-65D4-056DB627626E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0DF4CB80-DBF6-4055-D18D-18E6344BC7E5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BF3DE767-09B7-77D4-495B-2F37F90CEF7C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6A660E25-61E8-F9F9-7612-40F51E44974A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69B39A16-EB71-630B-273C-90ADF0DA1C1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CE023E22-A2E0-A3A1-C362-216A5094D519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46DBA8BD-6428-99C4-77BC-5F757FB14080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901205B-1A94-3090-58A8-860ECE49D23E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9D7C0979-9A5D-0EB9-1A39-EFFC43A950A8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38DC5901-2C5E-1AED-7C16-EA43D4986B4F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4007D85C-C3C1-D35C-7BCE-CBDFA5ECFF8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354E7F27-F686-6788-21B0-CEF3BE668275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1C6C6B03-1962-B113-FD26-7004E3B7FF70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F004B3A7-2CF6-2E7D-3B22-F95C93B07DAA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9349B4C8-6AFE-A38C-7E6C-1B00169EDAB0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5D80CCD4-EC8C-818A-6FAB-13A15BA2D433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9A39D89B-6072-69A1-C7C6-DFAFDB6C838C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17C9E358-F410-E02D-510D-DF1932C06E7E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78D797F1-41AF-7885-20BF-1CE38A2B2ACE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EAA30A20-F56D-7ECC-CA44-63911CF06BA7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A078AFF5-CFE6-0AA0-6A59-FFDFADE8EF97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29B3EB47-EFCB-E879-676B-426A5090A430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9B48CD88-75E7-6077-439F-407BF609C7B9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C1CAF7AD-9148-EA98-2041-4D657821B94C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A59A43AA-ED6F-FCF0-EB33-1EA6450E56A1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2A38DFCD-84D0-5024-78C1-A4376F8B5B4F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57FE971A-176D-2BEB-1E09-3BBE72995B2E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6281DCF9-763E-2483-DC58-EFE0537AE1E1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35E1584C-A271-0BFA-2363-3A6DA5795B1A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BBCF1252-45EC-C44C-55CE-B5B51E205134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76C4ACA7-5325-DA13-52F9-12CE70BD25AE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1F3A24BF-E450-4EDF-534B-EA0CFBE7942F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DF4C4E97-B396-2937-ED69-FBB8129A4414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6FCCFDF4-86AC-F2AF-137B-C53294A1BDA3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B977560E-9719-C9CB-96E8-C7F43C2F8EDE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9E26562B-5B37-F1F7-2A96-68E041F18612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7A87BBAF-3D56-1B26-C7EF-6F57D1CCE81B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5D58E4FA-84B4-29E2-BAEA-EC808A3AD028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4CF643A6-63AD-4F26-840C-06EA0E365B5A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7804CA9F-8274-3C18-B207-008D6FB5E811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2F95FC68-218E-3C67-3196-98C15F79D6B3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854BC1A8-BD09-DACC-368A-259141815EF0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06F59C6C-75C3-54CB-3371-6F3AA1323FB5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00DAD7E1-EE36-9F8C-EA53-83B0E9BD8454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35863EAC-E158-4D96-0C16-90FCCB60C5AD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07D17048-89FF-7427-CF5A-2E679F4C3729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5CD89CF-98F5-4C22-4B0F-E63B8702533E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27186E31-5CCF-A956-1655-2A1EE5B8A4D5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18A90281-41B6-2B1C-D68C-0F14D6E28FEB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5212D12F-4E12-7EF8-B598-A7EEA7011109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45CCC2C5-E75B-6740-77A5-0A3F97207209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2C1F9299-DA60-58C9-848B-865FD651138D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20E006EB-21EB-DCEF-72A0-240A143CB645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C167C100-DBA6-A087-B4DB-1BE2F3F2592E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4AE58F90-1DCD-4071-8B71-0A3529AC009E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6F66E265-3AF2-BF92-A96D-4CF13D7BE42E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5A95E7DC-4C9C-527E-2C92-2068B92CDDD2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83CAFA6D-A5FC-37F4-6F2D-5E98098798CB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0212D7BD-E23D-E7B8-DE58-965C50BC573F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FB871637-F1C7-4BF0-5B8A-900DDDE5B14A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6B2BF74A-CBF6-CDB4-A4AD-92402B09A027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C05304E2-4221-FDC3-6207-40C8E9EDD04B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4FA9C3E4-3621-A594-3031-0DF4508E30AD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7E431F4B-CE8F-E867-9769-69296ED703D3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812A7197-7BD6-2601-21D4-2ED2AAA75A5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F836679E-C995-D912-97BF-294354D7C928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D61A32D0-75AD-0AA8-6C0D-32F5C6E7399E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E5B647AE-7639-3971-6447-7539C0C0263E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477E72B0-DB99-EC2D-017D-246A27F2E966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66EA0947-56D3-7901-0F22-0E5724A66666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CF2E02C2-CB65-98F3-4E1D-1AE63A2E3F6D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298B37E-2F09-9ACB-2B84-D5894328D581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F325F572-B995-4EAB-462B-2A62D3F48627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DE31AE3D-904A-C9FC-1144-D2A7B209084E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BABABD49-E427-1F71-B1D3-7EDFA42A1C54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9983AD8D-FD5E-8857-A7B6-D4420DDE6BEF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1D7A7EAC-9C48-72D3-01D5-386A4BBF9431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4DB55A1B-EF47-9613-12EC-F6CE4F56C140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2166833-5DF3-96C0-7989-720AF23D291F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BA6B0C19-9FB2-915D-8B55-6D2CC842F27A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31DBE052-1183-DCD2-3D03-954158C6AAB4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A4C701BD-962D-DA11-D193-659DB5F179F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DEFCA103-72E4-F311-0CE5-9FB3731A6F8D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69DDCACE-D0DF-915F-8DE2-5B1825497BCF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C72B1568-DE26-9C61-5644-1EDE35C6752D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08BB8D23-21EC-4851-E1E6-70049566C415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00A56AFE-725B-2F5C-4027-EAFEEBB20676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4A733AB5-280B-0824-7501-3178BA55505D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62B3F7F4-3D90-A775-9100-0DBFE6E1748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17004616-F0FA-76EB-7293-E832ED0B316B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42BBE0E9-7B14-2F66-022C-2E385E29C760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F27A3BAE-41EA-5FF4-74FC-FCB3FA54A60B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A8B3FBC7-C9BB-44F7-67D0-E2DA54BED3A1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B254B4E2-D0BF-122E-12A4-B46E19CA20BE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0202C71F-40A0-E12B-8380-D722C737F017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18F67150-BBD4-684F-4DBE-261B785A70F6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8A7C4C64-CF50-0A38-551E-DD892C1EFBD4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100FCFD1-6D26-7F75-86EF-E27304F515B4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16D2F907-B6D5-A2BA-7DC5-BF33D6110B48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0674DF87-F56E-0330-61B7-8BF44C006F12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B2284D70-A69E-91CB-5D4A-1CAF5A007902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F3B41B82-5579-B7A5-242E-5743EF3E43D0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8BDB22ED-39A9-162E-449F-940ADD89EA5B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BF093FB5-81DB-CC0B-C1C7-9493A90C7E67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F5326E9E-DD33-D179-9884-8EF7BB9658C6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CD9A43A0-A79D-CF2C-C9C6-8B051EEADC9B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DAF57D07-9F2A-CCCA-C69B-7CE9B7DBEFE1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BC75E35B-BB23-98BC-7CA2-42E2176DF8E5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328E7FB6-FBD2-816F-DD84-36E67DEF9301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3A86658F-6064-409E-16E7-D8938113C6A5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1D7126F8-56EA-D908-18DA-5EC981F833A0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C3A80B24-4CF6-FD9F-7BA1-2BE6AEEA7DB4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90ED642F-9B43-8FD5-5E9B-F7FF3492CC60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B6916552-E98B-7163-47BC-AF8CB8EC3F5E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C291D0C7-820F-5D09-D15A-99D71FB6F153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09C48C62-9A6E-EB92-E72E-8772F057FAB9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0AC2693C-B5B2-B892-58DA-FA9697E96E29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4BCF1466-29ED-D4BC-E627-97BC9F151861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E7082C6C-8C82-D8D8-0AEF-664114ED6F6B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0CAF4C80-1D05-32FA-6D6F-BE09B7D72814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E230C5B6-BCF7-8353-9BCA-797C1C8258D7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954ED5C-F8D8-F71D-4CE7-39A3C62C766E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9676C646-5CC5-6FB8-7145-BAB8A708A0D2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E2CC89AA-EDD4-2571-54E7-AAED1CF6B3D7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6A80F5E6-55A5-155A-1A33-CCE9B62B206B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DB9D2EA3-9DA4-407B-A3A7-1A0E9BCB8517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C39534EF-3CE4-9739-BF49-833C8DFB049F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5EF0320A-3EB2-FA4A-F2EF-1F2EA85CFD67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F49C7BB4-2054-0D1B-2F6B-36A6BDDF13B3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5E5C50CE-2EF0-30E0-5D54-8F4ED1B2A09E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04AF39A9-5B06-A7BC-A7D9-90EE42D0ED33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01EF5816-B414-5651-21E9-4B82A64D9238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DCA98010-CD10-987B-B1BA-D1E8E225C924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2A9696BF-4B97-5F2B-C2D2-3A83F44E435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B997FC53-C9D7-DF23-94D7-6CDDBD86054E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3258F9A3-83CF-D194-EF3F-B030387C54A1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7645E937-1486-8391-417C-1D78AD3A014B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FE7BE2F2-9A66-658C-3FA3-7C4FE3EE279C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47322637-6FA9-3D90-65EF-399CCDBDFFE1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433C2AA1-111A-B5D7-C07E-B08501754A40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3855B599-FAD2-81C1-FB2F-2F322F112AC5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9299CA0B-513F-6E7E-1CD0-DAF87B5A57CC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8D57467-13BA-D725-97D1-DE0B2AE95CE5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BB007213-6E1C-1D33-63A5-BF6B703AF551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8B5D6889-1EC8-2E2D-32CE-0B7A8C2EDA65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F4FFADDC-43B3-2023-A1C9-F3A12D46C1D2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B65421F3-328A-3BEB-ED3A-CEF883C509E4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B5C83430-4D72-3402-FAA9-18439E2CC80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EF57D15E-53A9-37B3-954F-9006DE451D47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09F6F6C7-BD9F-F341-1932-B8FA49D94112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DB0D4B64-A5F7-A35B-2C10-BD94E3848D5B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4D51BBB9-8B8D-C4C0-8EF8-5143FB39E6D0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C4905413-7C7B-B433-8210-2782EAAD0A02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E2C0B211-1A34-1863-CB62-B7962CE55BFD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DFAE6F2D-3937-CECD-6F62-52AAF351037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E0BFB80F-D040-742E-388E-5F7B2FF3C8D3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85C86067-3728-91A4-8FF6-87EB06E658D0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1A06E9FE-4A24-CECF-A095-3FD5DFCE746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DEA665C-B510-A37A-CF8A-247A258E87D3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212DD3C-F773-D261-8EE6-6FE4CCD5A288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4B484ED-C546-BA4D-F2A5-A7FCF1906BC5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D04E3D7F-88B8-BEF7-F7BD-6264605F1C33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99F0CD5-5FF9-45E5-11C0-EA931946D954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E2B2AFB-5A47-FDCD-3E49-8334B2BA7972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DB0196D-BBB8-5EB3-1F69-A369B5C2F3F5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CFAB5DAD-7A4B-933A-14FA-07CA3CF8BE55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5C849A-81B7-E085-57BE-51B9464F58C7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61DF1E89-E5FD-1F55-65F1-D44DFDABDB4C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524A7055-E813-44E2-0C4F-8A179FDFE972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A2B32659-69E2-3A77-FCDC-8C228D212AAD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E77570A6-50F1-744C-719B-2CDC79B22687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B5A46257-0048-B57B-6D5A-2C0869D65908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499B2307-3496-02C2-0E52-131412B38B37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B8FE020F-DFCD-6E57-02B1-7EBCD17B3AAC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975143A4-88B8-55D0-B2A9-DEB2DCD21A8E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5C64C859-DA3A-2B4D-B57D-878204E62321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FCBCD50-4617-6318-F2AB-F30CC5069C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2757C491-4018-5ACF-29A2-652D18FE214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030CCD6E-E345-6DB7-9CCE-75551A77FB35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B60A7E4D-884A-B9B9-EF1C-ED630E90CAAF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74D58B7E-87E5-0F54-1F46-F2ACCE0D0F0D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41CE5C3A-FBF0-72AD-FF9B-E86747599464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44990575-9079-6530-4D12-9240DA09D519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DF0612FE-D435-522D-7387-49354FDD2816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0ECD4CEA-031E-BE38-E1D6-98C2178040A0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50E341DB-9090-1B0F-5443-1D48B2FC452E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580C2448-8328-743E-801B-B5A6737B6488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3E93005D-E257-BBB7-AD9D-B72B872F62BF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EBE7735C-21DB-EE1D-F0DC-98AAE61BB25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66AF85D-C553-2645-A019-137E90406311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325CF6B9-D2E5-46B1-77BD-155ED6F66710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33F3E5C5-59D8-3F3B-77A1-A60C1FB511EF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3A8DC95-FB8F-0736-9E08-9A57400E9099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40CDB8A5-DFF1-FE09-54C7-7E3D94F180E5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87E4A83-FD23-BAB0-E263-6E5C52CC6CFB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7C5FBFB0-FEEC-21DC-B5B6-4067FDFA4CB7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678BF729-A721-7146-C16A-124ACA086798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6702034D-B99F-BD0B-6527-49ECE3EE97C6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chemeClr val="tx2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0D5AB939-A0D5-D78D-6D0E-38F0F87CC944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D8298EC5-4D0F-959F-9317-63594983150A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7BC41C8D-0CCA-027B-79F4-20B06B89348F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FD33FCF8-15C8-EFF0-64C6-282162874B09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04B40728-D5CD-9316-25A0-DACD7785270E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ECE12DE5-BA7E-0C22-B0DD-2936BC6875F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C6895957-4E40-4803-4B15-70D8EDEFA6D9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C163FD9E-C670-7682-DD01-0536AA6BFE33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6B0CA700-ED88-F02D-0BF2-B72528E6297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EF43553D-A0B2-30E2-E4D5-8FFDE19E410D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54C7B45-D3E1-40FA-6AAE-90CD7599EC9F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392916C3-B573-133F-C2A2-9D918C0B0DB9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D8036EC7-D808-5F34-EAAE-1B73A67B2AA0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6FA6FE0F-1C3C-DA1F-1FF1-122D3C2D7362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3DFC730F-EE21-9F5A-11C7-9D552CEB724E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578D5378-1F5F-F8C9-B86C-C61267CF1950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DC20C92C-2F3D-E490-C83B-EC029FE5CE8D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646D7008-71DF-5479-0AB4-7E2ABB923D40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22262173-8266-058D-8819-E3027246113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D199CD47-C116-209C-7BC3-9DEBC1578BA2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78BACA26-91C5-79BA-C3B5-678526621365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3CAF9E50-E9B5-5868-D1EE-0EA69D6D626B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99CB9DB8-B266-388E-F929-71B250BFC7EF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F20115D3-C58B-F4C4-16D2-F1ED00C41352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5D40AF8B-0D6A-D448-8E33-F3AF394C948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855E3C5A-44C6-1037-0AA4-EC2786AC2A84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6EB1C7D2-5508-F15A-CC6B-C96043C93652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2BD65FF0-DEE1-F461-F349-57B160A9689B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0F86EA20-5689-B06A-34E8-2424553647C8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0CDF3A6A-49A4-58CD-B4E0-A6F7FF9D3E7C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E8D55ED7-F65D-01A6-74F2-B3A80882161D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B20AB49E-BD8C-CA9E-FE86-74A0FFED1A09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7F398F84-464D-9E5B-9C17-21A8F1C06B77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72A23E1E-4306-F9C7-6110-7A812035DA81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46F851E7-D594-66CF-D519-9673C3363D3B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5F4CACBF-FA55-C02A-3FFC-6A36A0D7B8D8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03FAAD1B-9A30-6187-0CC6-F86D318DD747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0F29C691-8F3E-B7F0-D72A-E61C91EA6EDA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9259BD1-61CB-7AA4-CE4F-B0759A4A6C2A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06BB68EB-2DF1-222E-CF14-086B2E1ADE33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8F1C9F7B-95C8-D419-8976-681C772A578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0811BF8-9DC5-52A6-D948-46DD59E470C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FD2564C5-CE85-F0C0-732F-8E123853E4DA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5A27C04B-13FE-CE40-034A-3C523FBC62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E4544E03-A97A-C006-94BE-7E18C6E78B8B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29CD3628-2510-DE19-5AE2-247BE123EC82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5ED14C22-2FCC-3957-86F7-5FFD8E6064EC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98F1548B-054B-E989-1809-C3446E4CC04D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7EE92C24-4E68-33B7-FB3D-77C8C4F5F2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B84B631E-51AD-BB1C-444E-CFE3161AC692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2AB7FDB9-DA2A-0D34-C9B9-E80658F167B0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2264139E-584E-E839-7AA6-C986CF8878C7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33932013-F654-049A-AE00-6BC65552BF99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7B99C17E-D199-9D88-7D8B-99C40A603486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81E2A1E5-93E6-B605-C091-770C638EBB4F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554A20F3-898F-57AE-C3D7-40D30777EF14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E789E1E6-196C-232F-CCB0-2A5F659CD65B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E344693E-3A85-EC46-DBBF-6B937901EC1A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F9CF85DD-731C-10C3-9E44-9B791A7443E7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6461B250-B6FD-8097-26CF-4E9CC448C161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02C81339-4C55-C277-B96D-E413AAA37C5E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0E461FC4-CB95-E9BD-AF3F-FC63A69468F2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5A83F32F-17D3-64D4-9B07-E1658A3E0B2D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2E77B092-75EC-6FA5-FDF6-4019CCD2A087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1140DFBD-B11B-0D78-4B68-0889F7B29644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9CF49F15-CC96-9B9B-706D-C919047601E0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C43A9F06-DD81-3780-747C-DEA96E1A0A16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BD0A5145-DCFF-4D32-4CAF-60759ED26BD7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BFAD7170-944B-E913-85CD-9875AC98CDE1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085796FA-18FD-95D9-ED37-CED53A709C43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789DB81F-780D-C016-152C-0DCD45F77599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FEFCA90-5350-D3F3-0CC7-63509340A889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94C0A2D5-30F1-06A7-BF22-46DC182CC14E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79BBBAA3-41F9-8C65-ECFD-C1460BD4FB94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C8747F51-8689-2BBB-B550-4C3337051594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D0769C0-C60B-B711-77AF-FD3AF0C0E5BF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0482012A-1AE4-0E51-D2F1-76AC5BD38153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AF470AC4-7C60-5319-9B01-0505FA5A4371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DABFB0B9-2883-CDE3-31ED-F1F75DA52E39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A33C4296-D855-286A-F374-7DCF6BBAFAA5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1B7EE9-DCBB-4F3F-D1C4-1C1E788FABAB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5AFE0D6D-2685-A65C-4636-B50573F153BE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03D6A6C9-43AE-15B7-3726-F3DA9164EBE0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A2332297-CCD9-F99B-AB66-B244D4AB7CA4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6420FB4-7D95-7419-2D61-DCE7145CCE7D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7CABD6F3-44A6-BA34-686A-657A45420E6B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3BB96EA6-D232-AA21-4C48-4DB27BB52F8A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4295B213-CD31-C82D-AA2B-6526AECAE5C2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6F61200D-7E84-A166-67B9-18B261D5199C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E76186B3-C881-51E1-5500-89A9D2C71F76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84C9CE58-5ACE-833A-888B-C431B6164A03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C1C2C36D-D9FD-F70C-FBF4-3E88249A01E2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1114A5AD-C120-3BFF-CEE6-488447E09091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A9185D2D-7DDB-583B-8042-14580E1A9CE9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80CA7EE1-5C62-3E33-A8E5-F6F06C7326CC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9092B5FE-8E8C-AB34-5973-583B7CB95639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C6FE802D-8743-9327-0C69-D7FC306757F5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101D2788-86E9-AF95-B891-120D6A495EA2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025BB67D-250B-C65D-7184-77D1DCEA2924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7F6E2FEC-FB6D-3E30-3005-A58E2B5F21ED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47FD5488-127E-5835-63C1-AE99BD6255C7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F9B20783-A3A4-7886-351B-E753D018738B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5511B139-AE3F-5B35-05BD-4C9D0F0AAF5B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C564E154-EE36-1562-B385-5B048F3B70A4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6B61DBE1-036D-0106-27D8-E487C19A94F9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634113FD-0F92-E4DA-DDFB-E074C166C66C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875333C0-A456-1C9A-ECFF-7B9060E3973C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EA34CFB0-438A-1827-72A4-75BFBF7B6D86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570646C6-4734-00F2-DA8A-6A2B438C9D3E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BF422D2F-5136-5C4A-CCCB-044E1160C59E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522627FD-200B-D2B8-7ECF-9ECD247D8E2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DB030DA-AB35-F898-6994-44EF9941D3A2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07C2417E-99C6-DED5-66DB-786072D80BCB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C463A01A-50D3-452E-90F1-0CF58B0DF446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F4E78275-9269-314E-C532-377BCAAEFC0C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FEB4FB32-8783-A0CB-54C3-3973BB2F7DF6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7EBB4AC8-C871-3652-18C8-5681EB11CEF2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AF6DBB9D-0899-EA59-BD21-A56718328E36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0BEB60C-AC8B-3A2E-9C43-AAA46234ED11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A83CCE3B-9C4F-7731-900E-92705A6175D8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F8DB5232-2A8B-BB83-A746-89B090094139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2D53300B-A887-1896-0F51-B3625111CFEF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2B7E7538-DD4F-391C-5561-CA46A79B7B22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630BC363-40BE-B870-9550-37974C86EF62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71A00758-CE3C-EA60-38C4-7F2A3DF5624E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D0B58A52-73CE-459C-508D-76C81B0DF4C9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DECE9B36-ADF4-3E41-05B4-2E0299730270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A533BBAB-DAB4-B13B-2B3C-2C20CA820809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2ECE36C0-6DCD-B09B-AF53-0A0990B11921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ACFA148F-77EC-35F2-53BC-4C9F95F455ED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4C9AF689-D340-23C1-C601-D959564E98FF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519C09B0-0F34-731E-08F3-EF04D5B3A05B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AD17D525-ED0C-D89E-7E90-7319F99C616E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92F0334F-D1BD-C536-A69F-76E9BBB075EE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9545D3E0-17D8-35DA-E5F9-E19E034992F3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1F96CAE9-D4A2-EDD1-C12D-F12CC1B7318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5318D1ED-681A-9D11-1EC5-E38E65182ACF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48032350-E54D-023A-BD62-8408BEB27645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DF7B074C-21A8-85B5-2654-283AF1EE0272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533FE02B-BC1A-184D-D94D-4B521685B412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351D7E16-AF55-D980-F2C8-1E6E639A3E0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2BC867F1-E7A9-A629-5A52-4C83F4F59ED1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5D1C9B16-B1F6-DC8F-784C-6275B0514EA4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21D416DF-7228-3BBF-0A4C-A01F2DAD9D33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B4E5A149-A654-940A-7052-DDB5104D67B5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F4CB8BC-7552-AD52-B9B4-A481399F03E2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F25A63C5-9C34-0993-0CDF-0EECD0F0092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261EDDF5-6CE4-E90C-DEA4-61B118A98D2C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455DC5D9-523C-0A93-437A-790A4B5FA334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D375C3BB-17DC-50A5-CCF8-A6892D346ACC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314AEB53-4639-C98C-DFB2-B73AE2EBAABD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D479DA6D-8203-AB77-BFB6-BF665950CA3C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3361791F-4229-2CFD-F311-FE0A0A7E12B6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F70216E5-9F2C-050F-47F7-CA6C881EAB3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06FBC277-FB1B-4FBD-24F0-F171182FF65C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D895E479-5B84-A8B4-E2C6-22BF3E2EEE8F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7539A344-2241-8954-719D-AEC5D2EA8E31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3252D162-47CB-8ED3-8A0A-71848DBAC1E4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3056E397-1C70-72F1-9A02-99890B169701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A417DBA4-260A-2894-2598-6CD2D324E7BB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794D84A9-1DE9-885A-0179-7B319FBE3997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EAF17A45-5446-7458-8905-BFCE43440DD8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256725E2-4393-E52B-ECF1-BC722F7B1781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0FDA7E36-B784-264A-A116-3335ABBBDA71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CB8055E5-ADFA-EFC1-3436-407AF0D3D844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0DF529D-8755-15A5-459B-41EB866BC4AC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378E6758-B382-6244-E245-11D60F0C85A9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42230881-05FC-8D59-4C64-97B30BAF7524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50CEDC84-F479-6E78-7585-78656E70BFD9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D31811AA-9104-C918-4951-DC73F3A2D046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82480A3B-93E7-674C-A1DC-112055EA9821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DD6B21AF-547D-3771-18AD-D05F4FC2C48E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EFD84F34-F143-B0D5-8290-52493BD7FD00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C60283D-9B1B-C11B-6C0A-63587EE6BEDA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1BE901D2-BD9C-8E85-E345-B7C11A514F1F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345B1F17-989E-83F4-C5E2-22857B0FC9B8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C21C293D-FA58-2822-DA62-BA891B520ED7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BF4C6731-852A-957A-54F8-C4416C2A0D3E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208EA598-4EA2-8C3A-32B2-51539D7CB7D2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0007BD2D-A6F1-0488-FDD7-CBE730A7D5AF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AA0D2220-4CFB-7D8B-7E61-406D00C2FDC0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EF3324DD-C243-8FB3-1678-BA88FF4DD59E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E1694010-0C7C-D930-5282-863D77FEC18C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61CFACEA-5642-2FA6-EA52-5CE70E050993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B22FBA6A-5B3A-1BD4-A807-2D13430B8D31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61ADB0DD-3CB3-0A56-2E5E-566C00C60EC7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CC6DF13-AABD-8F04-63E1-EE571A734AF8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D4827B55-BAE7-A9B7-BF07-5507886BE812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F292B986-CCC4-45D4-95FA-74CDFC161B4C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C275C7B7-8041-ED3A-C1EB-7FD4893A918D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DAA28C7D-7729-C49F-4172-25108A31A36E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B6D96E58-370F-0990-F596-2FBD980B9948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527BE048-1479-6FD4-98E9-1F8B636596BE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101F1563-5F58-6AC3-7A98-66B0E458113B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09A63E3A-DEFF-018E-D352-18C3FF4BBCC7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FBDB1115-56DB-9361-7A00-1BD94EB82B80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E2CF369E-1818-DC93-77FC-10965632BF29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130D243F-E594-0896-2D12-CE6F7070237B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23DB9274-10FF-6AFF-1C42-5EDC2099E9ED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F680F662-CA1E-1133-B666-EDC9A44ED4D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2AE2DCCD-8C34-B0A0-D9C6-8EB02EF3BFED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490BC939-419F-CBAC-AC9F-D195F5B6B9D8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D4491863-AD77-7BD5-D46E-806A272ECC0F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218EFEF0-346A-7778-2C87-BEBAEBAD14B2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22CFFB56-7358-EC86-8CBC-5D1D1D94010E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DA1DC493-D612-C22C-23DD-F3AE823C3DF3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98DA6602-0DC2-F642-3327-4EF24EED1E38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50FBCC76-E8FC-1715-66C1-84A26B06FB6D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62829E8F-F4D9-165D-F912-1CEC500A4712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8AF2CFF3-FD22-FB20-7907-455D17C22082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8A503898-9647-BD3A-6C72-7A457BE5AADD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37B203AE-6605-C0AB-E854-6BDAF011AC44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8F9C801F-3550-891A-6EA6-ADE6680E56BB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A45FFF69-BA6D-1E1F-0398-525807654C1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E79B50A3-0DCE-F956-5146-92F003285894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D397E7AD-D8D6-BCA4-E1CD-72188F3AE27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F6E3F8C2-22B6-72B7-EB8F-509E73BB09B8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734C307A-5811-9FFA-A93B-9D7BAB741A6E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8C0CD9B3-5779-24C7-CAD9-D77B29ECA625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91FC3295-8213-AF3E-34BD-84C52378927F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CBC0CC39-E92B-E2CD-03D3-8D06B4102DAD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5141D272-A00E-C496-AACD-2E8277D37F9E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D3F9335C-EC4B-1E7D-542E-7F65D0F3EBC2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9F308545-6B14-CEDB-B97A-751E4ACD8B0C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5BE86B6D-70BC-054B-73A2-92A83863AB63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5CB14EE7-602D-C62A-D455-F430467A85BA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F26D8767-D07B-9B62-D719-F03BF88752EA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AF230BDA-C5E7-ACEF-FA04-194E0118E0C0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1E7D9290-2865-C680-EB26-50C25DE99479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A681C971-89EF-6110-FA4F-108A8619A8F1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A6CB194F-3076-EEC5-D1E9-36E17D5A5CDB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CEC69349-64E8-925A-9C81-C8250C9B6663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124984F8-8345-0AA8-6851-5D67EA3AEF67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741F4336-7186-CB62-A8DC-A0DFE54D0621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0123472F-A2C8-24C2-15EB-DD860AA0655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AE03622F-4CA1-C812-F03F-E85BA9E0C6F1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2A80ECAB-4C11-07FF-285D-B07D32A03694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F2BEE8A3-D4A2-0FE8-7C72-A119773CFDD8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BCDAC934-4999-88F4-2542-9B12CF6AD947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96BA4E1C-A8D8-8CE8-428B-5BF5765FDF91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3B3849F9-8E1D-761B-DFED-8C654A386BB0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87682077-FB9E-3F9E-695E-9D754B34C699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6AA707C4-1253-12C3-2E9D-A830A8FCB978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6065A523-8969-183C-FDAD-CC8C8BFCEBBE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EED881A8-6445-A31E-CBFE-6424E1CA7CFC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540EA349-7747-CB8B-81F7-6D21415FB400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2BAF869D-2527-91D2-6604-9ED60E63163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EF88307F-93AC-C762-98A7-2F72DCE2E539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D938077F-F0FC-A67D-177A-2D19FC3479EB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4205B4BF-6CDC-6E07-EF3F-80C1F62656F6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C2ABB3E-E7FB-464D-53E0-9C02382AF89B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F16CC78B-FAB5-ADC4-4BD3-D1010D0AF87A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AE417B42-CE03-D4E0-6586-92F83B3F98EA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0E0E0B6C-93B0-AA27-3A90-82C3A36DBB4A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9997949A-7D9A-3B99-A327-0013AD322A7D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F0126BE6-0999-1489-45B4-3DD22CFD2522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32B3A3B0-84E3-71DD-241C-EF9C09B28F03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8B3C8A39-6DAA-C948-A271-742CAABB4B18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25382842-D12E-B2F1-22C0-02F02EC4D31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910F2D34-A8D0-14A0-7436-76AFA809EC02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45E0A54E-1D15-2471-037F-2863A54DF36F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67462302-349A-7449-1806-1140E75D7FA3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7ABAA2B8-50EA-66A5-6E2E-B485311501BB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1A46C34A-06BE-38F2-BDC8-E9917B3DF581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C5F6912F-2DC3-EC28-BB69-7AD19E212A0D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D5330CC8-63BC-BE3F-C1DA-CE2D1E0F5F53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CCE50A09-84F3-BEB6-3B05-A56F4F93FF31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4969304C-3C99-972A-19EC-1EED7351BDDC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7A0E8E18-90B9-9EE3-E91D-4BC9F9657EE9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EF976310-DFDD-63C6-529E-14296452E45C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F08C06C9-044F-61BE-13FE-AB4D3F5D4B9A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17C6A285-CEE4-0D46-6888-BE92E2A22027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C733896A-FCCB-8AC8-8980-4788FFE8866A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8920AA56-E7F2-682F-8BE4-9B3F839F3312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91B85DF5-338D-4F68-98AD-0E5D758DEE5C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1C6A9F93-C598-7669-739B-045A1343E3A9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149100A0-C812-52EF-0626-4204247B43E6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9096451F-A730-264F-8B55-D72EBA5E3796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D83BDB44-ADDE-93F5-1F20-406FF62CC88C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4BF9D3D6-BFA0-1743-4FB7-4F57FE86B109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F6D0AA56-DC09-2A9E-7F0F-B4F3C04A0638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BC3FF951-DAA7-2CE7-6854-C20EB7BCAC0D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F983BDD7-1EC0-498E-A4C6-91C24F039129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24DA9704-08FD-9D99-39BB-08A77C32A09B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9B6EBCCF-AA70-43DB-0BAB-89E13BA5A989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EDCB1694-2375-BCD2-C707-495980EA6118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CABFEEB4-8F23-A454-C6E9-DBE35558B1AA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6B7D0ADC-E52C-EE46-FBBB-180DEA80283A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73ACEA-9A52-1B86-3287-5ED2017E215E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DBF5C5B4-646C-0483-01C7-F708CE08DAD7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FA29F490-33B5-A2A0-89C8-2A324E285407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CBE8D9F3-78AA-8573-1B27-534FA63FC38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3E80A925-475C-1DE2-A5DE-F3DD1A6C36A8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0E6EB4E7-394F-709B-AD6D-95E42E5DE55D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E151773D-0ECF-DF27-2F39-60176ADF8998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C409B09B-C470-C3D1-7D1D-123E4111C6C4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883597B6-55E1-D9AD-2071-7B27775E6241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6F92CD78-33C3-1F89-A800-C1E4F8B1DE21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66B3FDE2-26EF-F322-5390-40F138B25CE0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92C5EFFA-A9C0-4EAC-B2B4-1403DB13BED5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599A5F8B-4385-76E9-4ED4-47255DCCCC48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36EFBD88-5810-D59A-92EF-3C2DC993B3EC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6BC59E64-778A-7A90-6AEF-9920A84D8239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4330F142-2FE6-BD04-C2E8-E09A791F9796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D19092B7-2830-82AF-05E6-1C1E7B9A21E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4B26EA6A-746B-8819-A2BB-D2A4A908D3AB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D80FC389-D92C-141F-032D-FC94A7A081ED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EF5145E5-77E4-9460-52F4-2D46174D5AA8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117DBBD-03B5-5832-2BD1-9B8ACF8C4503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2071D1D9-51B0-0B6A-5527-898CAABFC896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33A2538E-1E05-769B-A159-C66BB34C5762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E0F3E929-A9E1-752A-23A1-F6C723BC80D9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4178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4461C0F2-0D2D-281C-B9ED-DF7EAF78EDF9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3F4EBF57-582D-0401-A29B-0559B1840FB0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lang="en-IN"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F6BE8046-BC54-4BFC-9D02-2D07D9CA3187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rgbClr val="AD320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E6B0FBCC-41F4-DC50-FCE1-0281A62134BA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D0CD3EB2-FD85-CAFF-3642-6ED053B668B0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lang="en-IN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704ED86-EBB5-C458-421B-8F41B6A98E93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C080C57B-751E-9135-9E2B-BBEA4D020728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D916C70-964F-7F8E-77FD-7415D7172197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2B7BDEEF-E21F-52A8-B9A3-9F0BA2BDE5E7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69E89FC0-F90A-DC84-B854-84282A370A97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lang="en-IN"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44586D38-E782-A225-BB40-C71B23C1A9D0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lang="en-IN"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574B20E5-D1C3-B1B1-5666-AC4158EEA20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FEAB0EFB-10B2-E99F-E5AE-28121EB2DA0E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B0D8157B-77C8-D2C2-1630-8FD92E7E1D94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3549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6305D-C034-56F7-2CE9-15864862E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41F0534-8466-DC88-C18C-D8C27543251A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05A7F8-5F89-2142-549D-795F987A19AF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211EDD-E424-DD13-AF8D-C2EFDB97D6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EAD97FA2-2CD7-3A8B-A47F-47592C61646A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482216DC-B94C-EBDC-8ACC-5E797692A899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A9F9F908-D3C6-D2F2-1E5C-D314AE310A5F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23954B9B-270A-D0CD-FFBB-7FB1EC69CC11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9126BDCE-673D-E382-3F6B-EA31CE258075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A32E689-EC12-8D79-BD3F-10886E24221F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A9846688-5EA6-3F3D-7982-D58701D2EE39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CC96999-C58B-B605-3264-10441D22E2E1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393803F5-8901-55DF-8AE0-ADB0B7B270E9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AC21022E-B233-B2D1-B2AB-15C891657CEF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CCB3D9BF-F278-EB8D-A0DA-7AB8CD7BAE5D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129C9E63-63AD-8896-374D-F175B999A67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B31BC06D-BA45-48B7-D18A-DBC3B6B354F3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1764BC41-020A-F6C7-CA98-8E69739E0F3F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055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66BFED6-E2A1-F3EB-2763-1DA72AD6E4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426728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3A96527-1BBF-2F5A-1FB7-274E76BBB9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7612586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27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32DDD-0FB5-2C3B-D092-1E72A0F39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20586A-9824-2D8D-9723-9D57412FD8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1147A5-6B7A-1FA0-8C02-6A698EAE200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820825-D011-7267-3848-E04ED46C4DCE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D4623E2-872F-16B9-0496-17C9ACA826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394264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C74A4FB-4C24-C16C-D0F4-214255FA00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9136725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0453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7C38B-B706-28C1-5B73-7CD6D7A08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4A2479-937C-2441-A033-2E051339396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8BFE9A-7E00-0485-48E0-1DCF430AD6E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F0BF19-77B2-0740-E304-39C48B8D4A6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80572D2-A1A3-680E-F35D-86E48437D3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25832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040CCE2-5BE0-890B-65F6-541605DFDE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2664242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16060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6144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F9EA5DD-9191-B8DF-A7D7-85BF9AE43B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2287449"/>
              </p:ext>
            </p:extLst>
          </p:nvPr>
        </p:nvGraphicFramePr>
        <p:xfrm>
          <a:off x="1097168" y="1949349"/>
          <a:ext cx="3624152" cy="3632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E82103A-F508-2EE4-3B0C-F857048A27E4}"/>
              </a:ext>
            </a:extLst>
          </p:cNvPr>
          <p:cNvSpPr txBox="1"/>
          <p:nvPr/>
        </p:nvSpPr>
        <p:spPr>
          <a:xfrm>
            <a:off x="5207000" y="2171811"/>
            <a:ext cx="1999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Poppins" pitchFamily="2" charset="77"/>
                <a:cs typeface="Poppins" pitchFamily="2" charset="77"/>
              </a:rPr>
              <a:t>Headline In One Line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91DCE1C-7747-B0D1-298D-C839B007295D}"/>
              </a:ext>
            </a:extLst>
          </p:cNvPr>
          <p:cNvSpPr/>
          <p:nvPr/>
        </p:nvSpPr>
        <p:spPr>
          <a:xfrm>
            <a:off x="5207000" y="2598313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C85E01-1794-D5E0-5D28-2FFE6A216451}"/>
              </a:ext>
            </a:extLst>
          </p:cNvPr>
          <p:cNvSpPr/>
          <p:nvPr/>
        </p:nvSpPr>
        <p:spPr>
          <a:xfrm>
            <a:off x="6541640" y="2598313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06F6D57-507D-E270-1478-EB12301ACE71}"/>
              </a:ext>
            </a:extLst>
          </p:cNvPr>
          <p:cNvSpPr/>
          <p:nvPr/>
        </p:nvSpPr>
        <p:spPr>
          <a:xfrm>
            <a:off x="10552930" y="2598313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598985C-1A60-2852-06EF-83389DF3B7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2784942"/>
            <a:ext cx="376721" cy="319643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F6D97C6-1C31-32E6-9296-19C270587789}"/>
              </a:ext>
            </a:extLst>
          </p:cNvPr>
          <p:cNvSpPr/>
          <p:nvPr/>
        </p:nvSpPr>
        <p:spPr>
          <a:xfrm>
            <a:off x="5207000" y="3371836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AA00DF6-94E7-020D-0120-0FA46D7A99A4}"/>
              </a:ext>
            </a:extLst>
          </p:cNvPr>
          <p:cNvSpPr/>
          <p:nvPr/>
        </p:nvSpPr>
        <p:spPr>
          <a:xfrm>
            <a:off x="6541640" y="3371836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59388D5-BF30-A130-1556-66B97931CA59}"/>
              </a:ext>
            </a:extLst>
          </p:cNvPr>
          <p:cNvSpPr/>
          <p:nvPr/>
        </p:nvSpPr>
        <p:spPr>
          <a:xfrm>
            <a:off x="10552930" y="3371836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706AE497-D7EF-5671-A6CF-581C3CF960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3558465"/>
            <a:ext cx="376721" cy="319643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F5BBBD3-77D3-F3C2-FC10-253A3CC45E66}"/>
              </a:ext>
            </a:extLst>
          </p:cNvPr>
          <p:cNvSpPr/>
          <p:nvPr/>
        </p:nvSpPr>
        <p:spPr>
          <a:xfrm>
            <a:off x="5207000" y="4155205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CD268ED-77B9-DC61-E8A5-C857C85F901F}"/>
              </a:ext>
            </a:extLst>
          </p:cNvPr>
          <p:cNvSpPr/>
          <p:nvPr/>
        </p:nvSpPr>
        <p:spPr>
          <a:xfrm>
            <a:off x="6541640" y="4155205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CBAA194-EB3D-EB22-54F6-B4E549A997C7}"/>
              </a:ext>
            </a:extLst>
          </p:cNvPr>
          <p:cNvSpPr/>
          <p:nvPr/>
        </p:nvSpPr>
        <p:spPr>
          <a:xfrm>
            <a:off x="10552930" y="4155205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1DE1AFDE-7B15-0E12-C5FE-E20F2649F0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4341834"/>
            <a:ext cx="376721" cy="319643"/>
          </a:xfrm>
          <a:prstGeom prst="rect">
            <a:avLst/>
          </a:prstGeom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619C6A7-8B0B-503E-1147-4FE2F6F5711A}"/>
              </a:ext>
            </a:extLst>
          </p:cNvPr>
          <p:cNvSpPr/>
          <p:nvPr/>
        </p:nvSpPr>
        <p:spPr>
          <a:xfrm>
            <a:off x="5207000" y="4928728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B18E8FC-4CCC-6269-19E9-01C62F6A189D}"/>
              </a:ext>
            </a:extLst>
          </p:cNvPr>
          <p:cNvSpPr/>
          <p:nvPr/>
        </p:nvSpPr>
        <p:spPr>
          <a:xfrm>
            <a:off x="6541640" y="4928728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1916376-DF3F-3057-D0B7-5B1BD47A48B3}"/>
              </a:ext>
            </a:extLst>
          </p:cNvPr>
          <p:cNvSpPr/>
          <p:nvPr/>
        </p:nvSpPr>
        <p:spPr>
          <a:xfrm>
            <a:off x="10552930" y="4928728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53E34210-903F-99F5-DB2E-63D9D8BE6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5115357"/>
            <a:ext cx="376721" cy="319643"/>
          </a:xfrm>
          <a:prstGeom prst="rect">
            <a:avLst/>
          </a:prstGeom>
        </p:spPr>
      </p:pic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99199BE-1795-2F70-DFE4-1C385440806C}"/>
              </a:ext>
            </a:extLst>
          </p:cNvPr>
          <p:cNvSpPr/>
          <p:nvPr/>
        </p:nvSpPr>
        <p:spPr>
          <a:xfrm>
            <a:off x="5050465" y="1949349"/>
            <a:ext cx="6347637" cy="3821150"/>
          </a:xfrm>
          <a:prstGeom prst="roundRect">
            <a:avLst>
              <a:gd name="adj" fmla="val 6019"/>
            </a:avLst>
          </a:prstGeom>
          <a:noFill/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61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5FFBB-2A0A-F1E1-B1CF-BE8D8A371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5599463-A6B5-BF05-0F7E-7E09DA7725A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0760E4-1355-977A-023E-A1AFA966F7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512"/>
          <a:stretch/>
        </p:blipFill>
        <p:spPr>
          <a:xfrm flipH="1">
            <a:off x="5766444" y="1821786"/>
            <a:ext cx="1982247" cy="38916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AC481C-198A-9B46-DB85-E1EA1CFB650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92F4C-DA34-A4A0-235E-75C325DC091F}"/>
              </a:ext>
            </a:extLst>
          </p:cNvPr>
          <p:cNvSpPr txBox="1"/>
          <p:nvPr/>
        </p:nvSpPr>
        <p:spPr>
          <a:xfrm>
            <a:off x="423862" y="836812"/>
            <a:ext cx="27978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8835993-BB18-2691-40C1-B6CAC4C68ECE}"/>
              </a:ext>
            </a:extLst>
          </p:cNvPr>
          <p:cNvSpPr/>
          <p:nvPr/>
        </p:nvSpPr>
        <p:spPr>
          <a:xfrm>
            <a:off x="1669077" y="1821786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1BCC50F-7347-7F56-C459-894C0B5EE44C}"/>
              </a:ext>
            </a:extLst>
          </p:cNvPr>
          <p:cNvSpPr/>
          <p:nvPr/>
        </p:nvSpPr>
        <p:spPr>
          <a:xfrm>
            <a:off x="1669077" y="2609522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095D135-A15F-73BF-CB7A-2D0A03D195DB}"/>
              </a:ext>
            </a:extLst>
          </p:cNvPr>
          <p:cNvSpPr/>
          <p:nvPr/>
        </p:nvSpPr>
        <p:spPr>
          <a:xfrm>
            <a:off x="1669077" y="3397107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1CCF3EF-D458-4590-E93E-7F51157BF03A}"/>
              </a:ext>
            </a:extLst>
          </p:cNvPr>
          <p:cNvSpPr/>
          <p:nvPr/>
        </p:nvSpPr>
        <p:spPr>
          <a:xfrm>
            <a:off x="1669077" y="4184994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0B2A406-020A-F6BB-7202-48C76368A25B}"/>
              </a:ext>
            </a:extLst>
          </p:cNvPr>
          <p:cNvSpPr/>
          <p:nvPr/>
        </p:nvSpPr>
        <p:spPr>
          <a:xfrm>
            <a:off x="1669077" y="4972731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74D253-EA73-3E10-2425-4A950C7CDD96}"/>
              </a:ext>
            </a:extLst>
          </p:cNvPr>
          <p:cNvSpPr txBox="1"/>
          <p:nvPr/>
        </p:nvSpPr>
        <p:spPr>
          <a:xfrm>
            <a:off x="9939685" y="1838975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D9AAD3-05FC-74DC-7DB0-CF610EA51825}"/>
              </a:ext>
            </a:extLst>
          </p:cNvPr>
          <p:cNvSpPr txBox="1"/>
          <p:nvPr/>
        </p:nvSpPr>
        <p:spPr>
          <a:xfrm>
            <a:off x="8304028" y="2014280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429A2F-8886-4C38-9162-1E59912D9A95}"/>
              </a:ext>
            </a:extLst>
          </p:cNvPr>
          <p:cNvSpPr txBox="1"/>
          <p:nvPr/>
        </p:nvSpPr>
        <p:spPr>
          <a:xfrm>
            <a:off x="9955654" y="3215392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CB94B3-3638-6961-B622-1EEBC7A66AB6}"/>
              </a:ext>
            </a:extLst>
          </p:cNvPr>
          <p:cNvSpPr txBox="1"/>
          <p:nvPr/>
        </p:nvSpPr>
        <p:spPr>
          <a:xfrm>
            <a:off x="8319997" y="3390697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0AB8DC-37B5-9E3B-7A8B-A65E94CC42A8}"/>
              </a:ext>
            </a:extLst>
          </p:cNvPr>
          <p:cNvSpPr txBox="1"/>
          <p:nvPr/>
        </p:nvSpPr>
        <p:spPr>
          <a:xfrm>
            <a:off x="9955654" y="4676340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CB3657-8FBB-BFC1-23CA-1C000401C177}"/>
              </a:ext>
            </a:extLst>
          </p:cNvPr>
          <p:cNvSpPr txBox="1"/>
          <p:nvPr/>
        </p:nvSpPr>
        <p:spPr>
          <a:xfrm>
            <a:off x="8319997" y="4883544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A079214-CEDE-80D5-02BD-C06815198C14}"/>
              </a:ext>
            </a:extLst>
          </p:cNvPr>
          <p:cNvCxnSpPr>
            <a:cxnSpLocks/>
          </p:cNvCxnSpPr>
          <p:nvPr/>
        </p:nvCxnSpPr>
        <p:spPr>
          <a:xfrm>
            <a:off x="8133909" y="1872706"/>
            <a:ext cx="0" cy="3785689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EE9BC5ED-5AAC-A259-DC33-B3A2EE3BF18D}"/>
              </a:ext>
            </a:extLst>
          </p:cNvPr>
          <p:cNvSpPr/>
          <p:nvPr/>
        </p:nvSpPr>
        <p:spPr>
          <a:xfrm>
            <a:off x="881424" y="1821786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89ED1B64-E7DC-D476-FE38-0088958AC3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023593"/>
            <a:ext cx="376721" cy="319643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9083B127-93BE-E3FC-DB15-D55AE115CA9F}"/>
              </a:ext>
            </a:extLst>
          </p:cNvPr>
          <p:cNvSpPr/>
          <p:nvPr/>
        </p:nvSpPr>
        <p:spPr>
          <a:xfrm>
            <a:off x="881424" y="260150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949EF16-4451-0C25-9888-6FF3D3ED8E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803316"/>
            <a:ext cx="376721" cy="319643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C5790983-0ECE-3BB0-9C39-5A324A44FE85}"/>
              </a:ext>
            </a:extLst>
          </p:cNvPr>
          <p:cNvSpPr/>
          <p:nvPr/>
        </p:nvSpPr>
        <p:spPr>
          <a:xfrm>
            <a:off x="881424" y="339710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79B8AC3C-12E9-D7F9-66B2-C97C49A19E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3607616"/>
            <a:ext cx="376721" cy="319643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7C34290D-D208-A04F-7553-865EDCC71FA2}"/>
              </a:ext>
            </a:extLst>
          </p:cNvPr>
          <p:cNvSpPr/>
          <p:nvPr/>
        </p:nvSpPr>
        <p:spPr>
          <a:xfrm>
            <a:off x="861940" y="416697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2A81508D-7404-73F6-E5BD-5096693DF8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4368786"/>
            <a:ext cx="376721" cy="319643"/>
          </a:xfrm>
          <a:prstGeom prst="rect">
            <a:avLst/>
          </a:prstGeom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C7DC868D-3D9A-617F-0355-3DADC5C9BC28}"/>
              </a:ext>
            </a:extLst>
          </p:cNvPr>
          <p:cNvSpPr/>
          <p:nvPr/>
        </p:nvSpPr>
        <p:spPr>
          <a:xfrm>
            <a:off x="861940" y="496257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20DE867E-16BB-DBF0-839A-38DD589534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5173086"/>
            <a:ext cx="376721" cy="31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66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7B872-0DDC-812D-3C98-0EEC8008A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79A50EE-A461-C19B-4654-7A4335E82DC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E21B28-FF5D-BDF6-617A-40B4A1108F7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4E089-33B5-1889-2AE0-78D81A73CFB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F48030-CF89-085F-EDC0-5AE5FFDB6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691" y="2592553"/>
            <a:ext cx="8760619" cy="231361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A94A6A4-BFB5-8BD3-08CA-383158823375}"/>
              </a:ext>
            </a:extLst>
          </p:cNvPr>
          <p:cNvSpPr/>
          <p:nvPr/>
        </p:nvSpPr>
        <p:spPr>
          <a:xfrm>
            <a:off x="2501901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4E02ACC-A30C-E027-148A-E6B6814FCCA6}"/>
              </a:ext>
            </a:extLst>
          </p:cNvPr>
          <p:cNvSpPr/>
          <p:nvPr/>
        </p:nvSpPr>
        <p:spPr>
          <a:xfrm>
            <a:off x="4632568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903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CC4CC05-B458-51D4-BD59-822CE261BF4E}"/>
              </a:ext>
            </a:extLst>
          </p:cNvPr>
          <p:cNvSpPr/>
          <p:nvPr/>
        </p:nvSpPr>
        <p:spPr>
          <a:xfrm>
            <a:off x="6787197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BE43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68DD7B-A6E0-29FC-471B-A06F7DD3894D}"/>
              </a:ext>
            </a:extLst>
          </p:cNvPr>
          <p:cNvSpPr/>
          <p:nvPr/>
        </p:nvSpPr>
        <p:spPr>
          <a:xfrm>
            <a:off x="9029702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FD5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9C32BC-0097-E5D0-9221-4FEAEFD6E22E}"/>
              </a:ext>
            </a:extLst>
          </p:cNvPr>
          <p:cNvSpPr txBox="1"/>
          <p:nvPr/>
        </p:nvSpPr>
        <p:spPr>
          <a:xfrm>
            <a:off x="2390889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EFC2F0-1248-A5FB-7C85-032D9796ADBE}"/>
              </a:ext>
            </a:extLst>
          </p:cNvPr>
          <p:cNvSpPr txBox="1"/>
          <p:nvPr/>
        </p:nvSpPr>
        <p:spPr>
          <a:xfrm>
            <a:off x="2161396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C50900-902A-85DE-BD44-08202765247C}"/>
              </a:ext>
            </a:extLst>
          </p:cNvPr>
          <p:cNvSpPr txBox="1"/>
          <p:nvPr/>
        </p:nvSpPr>
        <p:spPr>
          <a:xfrm>
            <a:off x="4514933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CB2C90-E1E0-1027-1969-5CD891C5CF2D}"/>
              </a:ext>
            </a:extLst>
          </p:cNvPr>
          <p:cNvSpPr txBox="1"/>
          <p:nvPr/>
        </p:nvSpPr>
        <p:spPr>
          <a:xfrm>
            <a:off x="4285440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BB77C2-82C1-3D00-A545-0526796B5CDD}"/>
              </a:ext>
            </a:extLst>
          </p:cNvPr>
          <p:cNvSpPr txBox="1"/>
          <p:nvPr/>
        </p:nvSpPr>
        <p:spPr>
          <a:xfrm>
            <a:off x="6669562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FA2091-1128-5B08-3308-0AECBCF3CE3B}"/>
              </a:ext>
            </a:extLst>
          </p:cNvPr>
          <p:cNvSpPr txBox="1"/>
          <p:nvPr/>
        </p:nvSpPr>
        <p:spPr>
          <a:xfrm>
            <a:off x="6440069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B7CAE7-9B22-4DBC-3DCF-27D04BC2D8B5}"/>
              </a:ext>
            </a:extLst>
          </p:cNvPr>
          <p:cNvSpPr txBox="1"/>
          <p:nvPr/>
        </p:nvSpPr>
        <p:spPr>
          <a:xfrm>
            <a:off x="8900391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D03CAE-DEC2-645D-3941-CA7AB886698B}"/>
              </a:ext>
            </a:extLst>
          </p:cNvPr>
          <p:cNvSpPr txBox="1"/>
          <p:nvPr/>
        </p:nvSpPr>
        <p:spPr>
          <a:xfrm>
            <a:off x="8670898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863895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25105-D2FD-4C06-F67B-22F416E80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FD4BFEE-16F3-F2A8-2766-B1CAB8DE9D4D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88902E-D4C8-7B9E-527E-3C12A76BC50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B95AB2-6C6F-3D95-B564-6F85A3266A96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C7A5B8F-BB71-6BDB-305B-02B5845AC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755" y="2775582"/>
            <a:ext cx="8975953" cy="1903736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873FF9D1-6217-7AEF-15D8-D57820449A0A}"/>
              </a:ext>
            </a:extLst>
          </p:cNvPr>
          <p:cNvSpPr/>
          <p:nvPr/>
        </p:nvSpPr>
        <p:spPr>
          <a:xfrm>
            <a:off x="2308191" y="2574975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FF4B71-CBC1-1276-E3F9-20646B6C8E69}"/>
              </a:ext>
            </a:extLst>
          </p:cNvPr>
          <p:cNvSpPr/>
          <p:nvPr/>
        </p:nvSpPr>
        <p:spPr>
          <a:xfrm>
            <a:off x="4038601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E5818F7-7305-397C-C2CD-5BF3D1D5385B}"/>
              </a:ext>
            </a:extLst>
          </p:cNvPr>
          <p:cNvSpPr/>
          <p:nvPr/>
        </p:nvSpPr>
        <p:spPr>
          <a:xfrm>
            <a:off x="7588227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D96FDCC-80FE-6701-B97C-31C2F66850AE}"/>
              </a:ext>
            </a:extLst>
          </p:cNvPr>
          <p:cNvSpPr/>
          <p:nvPr/>
        </p:nvSpPr>
        <p:spPr>
          <a:xfrm>
            <a:off x="5802337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24B822B-DE91-8CA7-AFBC-6549C6F02F2E}"/>
              </a:ext>
            </a:extLst>
          </p:cNvPr>
          <p:cNvSpPr/>
          <p:nvPr/>
        </p:nvSpPr>
        <p:spPr>
          <a:xfrm>
            <a:off x="9344074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86016D-0D2D-8204-ED4C-7A3583643291}"/>
              </a:ext>
            </a:extLst>
          </p:cNvPr>
          <p:cNvSpPr txBox="1"/>
          <p:nvPr/>
        </p:nvSpPr>
        <p:spPr>
          <a:xfrm>
            <a:off x="2131212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5CA85C-9082-6479-811E-35BD7FCDEFF3}"/>
              </a:ext>
            </a:extLst>
          </p:cNvPr>
          <p:cNvSpPr txBox="1"/>
          <p:nvPr/>
        </p:nvSpPr>
        <p:spPr>
          <a:xfrm>
            <a:off x="1956919" y="3539138"/>
            <a:ext cx="128986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05F1B5-3E49-B1D4-2559-6CD84B1E7DA9}"/>
              </a:ext>
            </a:extLst>
          </p:cNvPr>
          <p:cNvSpPr txBox="1"/>
          <p:nvPr/>
        </p:nvSpPr>
        <p:spPr>
          <a:xfrm>
            <a:off x="3867962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32C81C-A23F-D922-583D-0A88DB06F94C}"/>
              </a:ext>
            </a:extLst>
          </p:cNvPr>
          <p:cNvSpPr txBox="1"/>
          <p:nvPr/>
        </p:nvSpPr>
        <p:spPr>
          <a:xfrm>
            <a:off x="3693669" y="3146678"/>
            <a:ext cx="128986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12C2BF-0DEA-2F8D-5D89-61A8BF7CD52F}"/>
              </a:ext>
            </a:extLst>
          </p:cNvPr>
          <p:cNvSpPr txBox="1"/>
          <p:nvPr/>
        </p:nvSpPr>
        <p:spPr>
          <a:xfrm>
            <a:off x="5634090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451514-A2DF-FF8A-3CFB-82D3CD83E8EB}"/>
              </a:ext>
            </a:extLst>
          </p:cNvPr>
          <p:cNvSpPr txBox="1"/>
          <p:nvPr/>
        </p:nvSpPr>
        <p:spPr>
          <a:xfrm>
            <a:off x="5459951" y="3539138"/>
            <a:ext cx="129425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837563-22ED-C32C-56A3-439C78A6255F}"/>
              </a:ext>
            </a:extLst>
          </p:cNvPr>
          <p:cNvSpPr txBox="1"/>
          <p:nvPr/>
        </p:nvSpPr>
        <p:spPr>
          <a:xfrm>
            <a:off x="9173158" y="329082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707DE4-0707-F603-4B32-5525207A89AD}"/>
              </a:ext>
            </a:extLst>
          </p:cNvPr>
          <p:cNvSpPr txBox="1"/>
          <p:nvPr/>
        </p:nvSpPr>
        <p:spPr>
          <a:xfrm>
            <a:off x="8910027" y="3543149"/>
            <a:ext cx="14675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E4B2CE-1149-EACC-CB4B-CB3C62E3E1DC}"/>
              </a:ext>
            </a:extLst>
          </p:cNvPr>
          <p:cNvSpPr txBox="1"/>
          <p:nvPr/>
        </p:nvSpPr>
        <p:spPr>
          <a:xfrm>
            <a:off x="7405026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582EC-F644-4B68-49A6-8124F1E73DB0}"/>
              </a:ext>
            </a:extLst>
          </p:cNvPr>
          <p:cNvSpPr txBox="1"/>
          <p:nvPr/>
        </p:nvSpPr>
        <p:spPr>
          <a:xfrm>
            <a:off x="7230734" y="3146678"/>
            <a:ext cx="128986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202232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D9D2E-E6BD-4B5B-684E-0829A28D7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316707D-914A-0EBD-4997-554D2F28F57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4E24E7-45DC-A0D6-3B4A-CF76438F73FA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6ACB7-A7F8-DC09-EC6D-6B13F495381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E3DCCA0-6BAE-A1B9-A521-4B735FBD7DA1}"/>
              </a:ext>
            </a:extLst>
          </p:cNvPr>
          <p:cNvSpPr/>
          <p:nvPr/>
        </p:nvSpPr>
        <p:spPr>
          <a:xfrm>
            <a:off x="1612900" y="2203432"/>
            <a:ext cx="1562100" cy="3448068"/>
          </a:xfrm>
          <a:custGeom>
            <a:avLst/>
            <a:gdLst>
              <a:gd name="connsiteX0" fmla="*/ 0 w 2019300"/>
              <a:gd name="connsiteY0" fmla="*/ 0 h 3670300"/>
              <a:gd name="connsiteX1" fmla="*/ 2019300 w 2019300"/>
              <a:gd name="connsiteY1" fmla="*/ 0 h 3670300"/>
              <a:gd name="connsiteX2" fmla="*/ 2019300 w 2019300"/>
              <a:gd name="connsiteY2" fmla="*/ 3670300 h 3670300"/>
              <a:gd name="connsiteX3" fmla="*/ 2006987 w 2019300"/>
              <a:gd name="connsiteY3" fmla="*/ 3670300 h 3670300"/>
              <a:gd name="connsiteX4" fmla="*/ 1009650 w 2019300"/>
              <a:gd name="connsiteY4" fmla="*/ 2641600 h 3670300"/>
              <a:gd name="connsiteX5" fmla="*/ 12313 w 2019300"/>
              <a:gd name="connsiteY5" fmla="*/ 3670300 h 3670300"/>
              <a:gd name="connsiteX6" fmla="*/ 0 w 2019300"/>
              <a:gd name="connsiteY6" fmla="*/ 3670300 h 367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9300" h="3670300">
                <a:moveTo>
                  <a:pt x="0" y="0"/>
                </a:moveTo>
                <a:lnTo>
                  <a:pt x="2019300" y="0"/>
                </a:lnTo>
                <a:lnTo>
                  <a:pt x="2019300" y="3670300"/>
                </a:lnTo>
                <a:lnTo>
                  <a:pt x="2006987" y="3670300"/>
                </a:lnTo>
                <a:lnTo>
                  <a:pt x="1009650" y="2641600"/>
                </a:lnTo>
                <a:lnTo>
                  <a:pt x="12313" y="3670300"/>
                </a:lnTo>
                <a:lnTo>
                  <a:pt x="0" y="36703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E0E5908-2537-81D6-6B00-ACF612C9F29D}"/>
              </a:ext>
            </a:extLst>
          </p:cNvPr>
          <p:cNvSpPr/>
          <p:nvPr/>
        </p:nvSpPr>
        <p:spPr>
          <a:xfrm>
            <a:off x="3459163" y="2149604"/>
            <a:ext cx="1562100" cy="20066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E5DAF7E-352D-9CD3-1818-E3DAF631FC89}"/>
              </a:ext>
            </a:extLst>
          </p:cNvPr>
          <p:cNvSpPr/>
          <p:nvPr/>
        </p:nvSpPr>
        <p:spPr>
          <a:xfrm>
            <a:off x="5283201" y="2149604"/>
            <a:ext cx="1562100" cy="2006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E6241C2-3F29-39D8-A5FB-EC1F198D46BB}"/>
              </a:ext>
            </a:extLst>
          </p:cNvPr>
          <p:cNvSpPr/>
          <p:nvPr/>
        </p:nvSpPr>
        <p:spPr>
          <a:xfrm>
            <a:off x="7107239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2DAF3CF-E296-F632-C1E1-2F07D871F55A}"/>
              </a:ext>
            </a:extLst>
          </p:cNvPr>
          <p:cNvSpPr/>
          <p:nvPr/>
        </p:nvSpPr>
        <p:spPr>
          <a:xfrm>
            <a:off x="8931276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  <a:alpha val="3852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F7C333-368D-751B-76FF-03DBF3749FB2}"/>
              </a:ext>
            </a:extLst>
          </p:cNvPr>
          <p:cNvSpPr/>
          <p:nvPr/>
        </p:nvSpPr>
        <p:spPr>
          <a:xfrm>
            <a:off x="2100288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59B8E2-F672-1DD4-08FC-8F4D6A6DAF06}"/>
              </a:ext>
            </a:extLst>
          </p:cNvPr>
          <p:cNvSpPr txBox="1"/>
          <p:nvPr/>
        </p:nvSpPr>
        <p:spPr>
          <a:xfrm>
            <a:off x="1923309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9B4C08-074E-A576-0D41-4B089B9792EF}"/>
              </a:ext>
            </a:extLst>
          </p:cNvPr>
          <p:cNvSpPr txBox="1"/>
          <p:nvPr/>
        </p:nvSpPr>
        <p:spPr>
          <a:xfrm>
            <a:off x="1733171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170901D-E099-9373-0AB7-14516A1F3ADB}"/>
              </a:ext>
            </a:extLst>
          </p:cNvPr>
          <p:cNvSpPr/>
          <p:nvPr/>
        </p:nvSpPr>
        <p:spPr>
          <a:xfrm>
            <a:off x="3941764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2FFB22-CD6C-F12A-FE24-7250A207DC2A}"/>
              </a:ext>
            </a:extLst>
          </p:cNvPr>
          <p:cNvSpPr txBox="1"/>
          <p:nvPr/>
        </p:nvSpPr>
        <p:spPr>
          <a:xfrm>
            <a:off x="3764785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8CCEB0-D0A0-1628-B01F-FEFBBE7B75C4}"/>
              </a:ext>
            </a:extLst>
          </p:cNvPr>
          <p:cNvSpPr txBox="1"/>
          <p:nvPr/>
        </p:nvSpPr>
        <p:spPr>
          <a:xfrm>
            <a:off x="3574647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9F7E280-13E0-8578-4152-238187953C81}"/>
              </a:ext>
            </a:extLst>
          </p:cNvPr>
          <p:cNvSpPr/>
          <p:nvPr/>
        </p:nvSpPr>
        <p:spPr>
          <a:xfrm>
            <a:off x="5757865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68AD59-AC41-D1F6-D8E9-E60D764A8C7A}"/>
              </a:ext>
            </a:extLst>
          </p:cNvPr>
          <p:cNvSpPr txBox="1"/>
          <p:nvPr/>
        </p:nvSpPr>
        <p:spPr>
          <a:xfrm>
            <a:off x="5580886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A3933F-6AF4-E2D6-7CC3-671B8751A5D6}"/>
              </a:ext>
            </a:extLst>
          </p:cNvPr>
          <p:cNvSpPr txBox="1"/>
          <p:nvPr/>
        </p:nvSpPr>
        <p:spPr>
          <a:xfrm>
            <a:off x="5390748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0B2B0E7-AE98-99F8-53C7-B715A1232C80}"/>
              </a:ext>
            </a:extLst>
          </p:cNvPr>
          <p:cNvSpPr/>
          <p:nvPr/>
        </p:nvSpPr>
        <p:spPr>
          <a:xfrm>
            <a:off x="7573839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E488E4-B324-A517-2415-C86DA2048557}"/>
              </a:ext>
            </a:extLst>
          </p:cNvPr>
          <p:cNvSpPr txBox="1"/>
          <p:nvPr/>
        </p:nvSpPr>
        <p:spPr>
          <a:xfrm>
            <a:off x="7396860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5C3F95-D27E-B065-5F32-C3F7AD52A3DE}"/>
              </a:ext>
            </a:extLst>
          </p:cNvPr>
          <p:cNvSpPr txBox="1"/>
          <p:nvPr/>
        </p:nvSpPr>
        <p:spPr>
          <a:xfrm>
            <a:off x="7206722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BBDA6B9-90A1-67C3-AFCF-02332A33307D}"/>
              </a:ext>
            </a:extLst>
          </p:cNvPr>
          <p:cNvSpPr/>
          <p:nvPr/>
        </p:nvSpPr>
        <p:spPr>
          <a:xfrm>
            <a:off x="9423927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007ECD-29FB-51AD-3C4E-C7BFB47534F7}"/>
              </a:ext>
            </a:extLst>
          </p:cNvPr>
          <p:cNvSpPr txBox="1"/>
          <p:nvPr/>
        </p:nvSpPr>
        <p:spPr>
          <a:xfrm>
            <a:off x="9246948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974C9B-8860-625F-2255-1F071DB7EDB1}"/>
              </a:ext>
            </a:extLst>
          </p:cNvPr>
          <p:cNvSpPr txBox="1"/>
          <p:nvPr/>
        </p:nvSpPr>
        <p:spPr>
          <a:xfrm>
            <a:off x="9056810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Half-frame 30">
            <a:extLst>
              <a:ext uri="{FF2B5EF4-FFF2-40B4-BE49-F238E27FC236}">
                <a16:creationId xmlns:a16="http://schemas.microsoft.com/office/drawing/2014/main" id="{29029B73-748A-E228-A9C8-D07EC85852FA}"/>
              </a:ext>
            </a:extLst>
          </p:cNvPr>
          <p:cNvSpPr/>
          <p:nvPr/>
        </p:nvSpPr>
        <p:spPr>
          <a:xfrm rot="8100000">
            <a:off x="3048043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Half-frame 31">
            <a:extLst>
              <a:ext uri="{FF2B5EF4-FFF2-40B4-BE49-F238E27FC236}">
                <a16:creationId xmlns:a16="http://schemas.microsoft.com/office/drawing/2014/main" id="{5F92079C-0451-7ADB-4216-58680D1ADB66}"/>
              </a:ext>
            </a:extLst>
          </p:cNvPr>
          <p:cNvSpPr/>
          <p:nvPr/>
        </p:nvSpPr>
        <p:spPr>
          <a:xfrm rot="8100000">
            <a:off x="4901984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Half-frame 32">
            <a:extLst>
              <a:ext uri="{FF2B5EF4-FFF2-40B4-BE49-F238E27FC236}">
                <a16:creationId xmlns:a16="http://schemas.microsoft.com/office/drawing/2014/main" id="{315FB72B-17A0-8F1E-3F7C-F3635ABCA2A5}"/>
              </a:ext>
            </a:extLst>
          </p:cNvPr>
          <p:cNvSpPr/>
          <p:nvPr/>
        </p:nvSpPr>
        <p:spPr>
          <a:xfrm rot="8100000">
            <a:off x="6718140" y="2551689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Half-frame 33">
            <a:extLst>
              <a:ext uri="{FF2B5EF4-FFF2-40B4-BE49-F238E27FC236}">
                <a16:creationId xmlns:a16="http://schemas.microsoft.com/office/drawing/2014/main" id="{BFD69274-1936-C44E-EE8A-967B72770F29}"/>
              </a:ext>
            </a:extLst>
          </p:cNvPr>
          <p:cNvSpPr/>
          <p:nvPr/>
        </p:nvSpPr>
        <p:spPr>
          <a:xfrm rot="8100000">
            <a:off x="8532143" y="2551688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591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C6BA1-04F1-4C31-D8E7-765D3A83A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928D21D-B1AA-F074-EB71-7DDE34143E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AE8D39-A8C0-2E96-D5F1-5C0500438EA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DF0A4-1E11-4C9A-1F03-8DCEBAC9745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2" name="Rectangle: Rounded Corners 15">
            <a:extLst>
              <a:ext uri="{FF2B5EF4-FFF2-40B4-BE49-F238E27FC236}">
                <a16:creationId xmlns:a16="http://schemas.microsoft.com/office/drawing/2014/main" id="{AF81766C-EBE7-856F-1E7D-9F6926C1AF34}"/>
              </a:ext>
            </a:extLst>
          </p:cNvPr>
          <p:cNvSpPr/>
          <p:nvPr/>
        </p:nvSpPr>
        <p:spPr>
          <a:xfrm>
            <a:off x="6565348" y="3178677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5" name="Rectangle: Rounded Corners 15">
            <a:extLst>
              <a:ext uri="{FF2B5EF4-FFF2-40B4-BE49-F238E27FC236}">
                <a16:creationId xmlns:a16="http://schemas.microsoft.com/office/drawing/2014/main" id="{153C187C-05C1-670B-14C6-86EB6E217675}"/>
              </a:ext>
            </a:extLst>
          </p:cNvPr>
          <p:cNvSpPr/>
          <p:nvPr/>
        </p:nvSpPr>
        <p:spPr>
          <a:xfrm>
            <a:off x="6565348" y="4643616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6" name="Rectangle: Rounded Corners 15">
            <a:extLst>
              <a:ext uri="{FF2B5EF4-FFF2-40B4-BE49-F238E27FC236}">
                <a16:creationId xmlns:a16="http://schemas.microsoft.com/office/drawing/2014/main" id="{60CA52F1-C20C-5109-8F15-FDCE8F6A2438}"/>
              </a:ext>
            </a:extLst>
          </p:cNvPr>
          <p:cNvSpPr/>
          <p:nvPr/>
        </p:nvSpPr>
        <p:spPr>
          <a:xfrm>
            <a:off x="6565348" y="1772581"/>
            <a:ext cx="4761161" cy="1095631"/>
          </a:xfrm>
          <a:prstGeom prst="roundRect">
            <a:avLst>
              <a:gd name="adj" fmla="val 11476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27" name="Straight Connector 48">
            <a:extLst>
              <a:ext uri="{FF2B5EF4-FFF2-40B4-BE49-F238E27FC236}">
                <a16:creationId xmlns:a16="http://schemas.microsoft.com/office/drawing/2014/main" id="{618AA21D-35F7-140C-2C6D-DC5C50E01ECB}"/>
              </a:ext>
            </a:extLst>
          </p:cNvPr>
          <p:cNvSpPr/>
          <p:nvPr/>
        </p:nvSpPr>
        <p:spPr>
          <a:xfrm flipH="1">
            <a:off x="1409566" y="2540491"/>
            <a:ext cx="1" cy="2430847"/>
          </a:xfrm>
          <a:prstGeom prst="line">
            <a:avLst/>
          </a:prstGeom>
          <a:ln w="25400">
            <a:solidFill>
              <a:srgbClr val="D9D9D9"/>
            </a:solidFill>
            <a:prstDash val="sysDot"/>
            <a:miter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8" name="Rectangle 69">
            <a:extLst>
              <a:ext uri="{FF2B5EF4-FFF2-40B4-BE49-F238E27FC236}">
                <a16:creationId xmlns:a16="http://schemas.microsoft.com/office/drawing/2014/main" id="{2C3FA1AA-087A-878B-F39B-93CA517367DB}"/>
              </a:ext>
            </a:extLst>
          </p:cNvPr>
          <p:cNvSpPr txBox="1"/>
          <p:nvPr/>
        </p:nvSpPr>
        <p:spPr>
          <a:xfrm>
            <a:off x="1908348" y="20985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  <a:r>
              <a:rPr lang="en-US" kern="0">
                <a:solidFill>
                  <a:srgbClr val="000000"/>
                </a:solidFill>
              </a:rPr>
              <a:t> </a:t>
            </a:r>
            <a:r>
              <a:rPr lang="en-IN" kern="0">
                <a:solidFill>
                  <a:srgbClr val="000000"/>
                </a:solidFill>
              </a:rPr>
              <a:t>dummy text of the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Regular"/>
              <a:sym typeface="Poppins Regular"/>
            </a:endParaRPr>
          </a:p>
        </p:txBody>
      </p:sp>
      <p:sp>
        <p:nvSpPr>
          <p:cNvPr id="29" name="Text Placeholder 33">
            <a:extLst>
              <a:ext uri="{FF2B5EF4-FFF2-40B4-BE49-F238E27FC236}">
                <a16:creationId xmlns:a16="http://schemas.microsoft.com/office/drawing/2014/main" id="{A408AA24-043D-AA4D-4698-EE798311DE0C}"/>
              </a:ext>
            </a:extLst>
          </p:cNvPr>
          <p:cNvSpPr txBox="1"/>
          <p:nvPr/>
        </p:nvSpPr>
        <p:spPr>
          <a:xfrm>
            <a:off x="1959148" y="18265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30" name="Oval 56">
            <a:extLst>
              <a:ext uri="{FF2B5EF4-FFF2-40B4-BE49-F238E27FC236}">
                <a16:creationId xmlns:a16="http://schemas.microsoft.com/office/drawing/2014/main" id="{5316266B-E713-3D8F-9384-F7F3E11AD45A}"/>
              </a:ext>
            </a:extLst>
          </p:cNvPr>
          <p:cNvSpPr/>
          <p:nvPr/>
        </p:nvSpPr>
        <p:spPr>
          <a:xfrm>
            <a:off x="1060028" y="1841574"/>
            <a:ext cx="699077" cy="69907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6" name="Shape 2540">
            <a:extLst>
              <a:ext uri="{FF2B5EF4-FFF2-40B4-BE49-F238E27FC236}">
                <a16:creationId xmlns:a16="http://schemas.microsoft.com/office/drawing/2014/main" id="{38EB9534-7861-57A6-AF88-AE4C3CD93C2A}"/>
              </a:ext>
            </a:extLst>
          </p:cNvPr>
          <p:cNvSpPr/>
          <p:nvPr/>
        </p:nvSpPr>
        <p:spPr>
          <a:xfrm>
            <a:off x="1269902" y="2051447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7" name="Oval 63">
            <a:extLst>
              <a:ext uri="{FF2B5EF4-FFF2-40B4-BE49-F238E27FC236}">
                <a16:creationId xmlns:a16="http://schemas.microsoft.com/office/drawing/2014/main" id="{3212BC49-B952-E5C4-9EDF-DE75BA75B4C8}"/>
              </a:ext>
            </a:extLst>
          </p:cNvPr>
          <p:cNvSpPr/>
          <p:nvPr/>
        </p:nvSpPr>
        <p:spPr>
          <a:xfrm>
            <a:off x="1060028" y="3406377"/>
            <a:ext cx="699077" cy="6990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38" name="Shape 2540">
            <a:extLst>
              <a:ext uri="{FF2B5EF4-FFF2-40B4-BE49-F238E27FC236}">
                <a16:creationId xmlns:a16="http://schemas.microsoft.com/office/drawing/2014/main" id="{D62AA3C8-CEFF-6E37-6F5F-9E67983F91EA}"/>
              </a:ext>
            </a:extLst>
          </p:cNvPr>
          <p:cNvSpPr/>
          <p:nvPr/>
        </p:nvSpPr>
        <p:spPr>
          <a:xfrm>
            <a:off x="1266903" y="3616250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9" name="Oval 70">
            <a:extLst>
              <a:ext uri="{FF2B5EF4-FFF2-40B4-BE49-F238E27FC236}">
                <a16:creationId xmlns:a16="http://schemas.microsoft.com/office/drawing/2014/main" id="{1C4CCB95-0B87-1C42-288E-D1D87F44BD67}"/>
              </a:ext>
            </a:extLst>
          </p:cNvPr>
          <p:cNvSpPr/>
          <p:nvPr/>
        </p:nvSpPr>
        <p:spPr>
          <a:xfrm>
            <a:off x="1060028" y="4971178"/>
            <a:ext cx="699077" cy="699075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40" name="Shape 2540">
            <a:extLst>
              <a:ext uri="{FF2B5EF4-FFF2-40B4-BE49-F238E27FC236}">
                <a16:creationId xmlns:a16="http://schemas.microsoft.com/office/drawing/2014/main" id="{12D81E21-0081-630B-23D3-4F95E086E09B}"/>
              </a:ext>
            </a:extLst>
          </p:cNvPr>
          <p:cNvSpPr/>
          <p:nvPr/>
        </p:nvSpPr>
        <p:spPr>
          <a:xfrm>
            <a:off x="1264803" y="5181051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41" name="Rectangle 69">
            <a:extLst>
              <a:ext uri="{FF2B5EF4-FFF2-40B4-BE49-F238E27FC236}">
                <a16:creationId xmlns:a16="http://schemas.microsoft.com/office/drawing/2014/main" id="{0DD7EFDB-5615-D6B7-C35E-DC36A8384DEC}"/>
              </a:ext>
            </a:extLst>
          </p:cNvPr>
          <p:cNvSpPr txBox="1"/>
          <p:nvPr/>
        </p:nvSpPr>
        <p:spPr>
          <a:xfrm>
            <a:off x="1908348" y="36733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2" name="Text Placeholder 33">
            <a:extLst>
              <a:ext uri="{FF2B5EF4-FFF2-40B4-BE49-F238E27FC236}">
                <a16:creationId xmlns:a16="http://schemas.microsoft.com/office/drawing/2014/main" id="{460A4429-2C43-205D-F6E7-0B80B6A548B2}"/>
              </a:ext>
            </a:extLst>
          </p:cNvPr>
          <p:cNvSpPr txBox="1"/>
          <p:nvPr/>
        </p:nvSpPr>
        <p:spPr>
          <a:xfrm>
            <a:off x="1959148" y="34013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43" name="Rectangle 69">
            <a:extLst>
              <a:ext uri="{FF2B5EF4-FFF2-40B4-BE49-F238E27FC236}">
                <a16:creationId xmlns:a16="http://schemas.microsoft.com/office/drawing/2014/main" id="{7E0C6DA7-C018-737B-7670-E00978A886C1}"/>
              </a:ext>
            </a:extLst>
          </p:cNvPr>
          <p:cNvSpPr txBox="1"/>
          <p:nvPr/>
        </p:nvSpPr>
        <p:spPr>
          <a:xfrm>
            <a:off x="1895648" y="5260878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4" name="Text Placeholder 33">
            <a:extLst>
              <a:ext uri="{FF2B5EF4-FFF2-40B4-BE49-F238E27FC236}">
                <a16:creationId xmlns:a16="http://schemas.microsoft.com/office/drawing/2014/main" id="{5875072E-CF9D-7DD4-F4B1-C951B32FADE7}"/>
              </a:ext>
            </a:extLst>
          </p:cNvPr>
          <p:cNvSpPr txBox="1"/>
          <p:nvPr/>
        </p:nvSpPr>
        <p:spPr>
          <a:xfrm>
            <a:off x="1946448" y="49888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45" name="Rectangle 69">
            <a:extLst>
              <a:ext uri="{FF2B5EF4-FFF2-40B4-BE49-F238E27FC236}">
                <a16:creationId xmlns:a16="http://schemas.microsoft.com/office/drawing/2014/main" id="{1732D244-2D0A-E02D-D581-26D36767F28A}"/>
              </a:ext>
            </a:extLst>
          </p:cNvPr>
          <p:cNvSpPr txBox="1"/>
          <p:nvPr/>
        </p:nvSpPr>
        <p:spPr>
          <a:xfrm>
            <a:off x="7727096" y="2270311"/>
            <a:ext cx="3224567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46" name="Text Placeholder 33">
            <a:extLst>
              <a:ext uri="{FF2B5EF4-FFF2-40B4-BE49-F238E27FC236}">
                <a16:creationId xmlns:a16="http://schemas.microsoft.com/office/drawing/2014/main" id="{343D0C60-4243-A363-8A19-80CF8EB8E8D0}"/>
              </a:ext>
            </a:extLst>
          </p:cNvPr>
          <p:cNvSpPr txBox="1"/>
          <p:nvPr/>
        </p:nvSpPr>
        <p:spPr>
          <a:xfrm>
            <a:off x="7777896" y="1998262"/>
            <a:ext cx="972633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47" name="Oval 56">
            <a:extLst>
              <a:ext uri="{FF2B5EF4-FFF2-40B4-BE49-F238E27FC236}">
                <a16:creationId xmlns:a16="http://schemas.microsoft.com/office/drawing/2014/main" id="{00A2DC17-0EC2-B7A9-F283-7866E37810F2}"/>
              </a:ext>
            </a:extLst>
          </p:cNvPr>
          <p:cNvSpPr/>
          <p:nvPr/>
        </p:nvSpPr>
        <p:spPr>
          <a:xfrm>
            <a:off x="6878777" y="1975207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1</a:t>
            </a:r>
            <a:endParaRPr kumimoji="0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  <p:sp>
        <p:nvSpPr>
          <p:cNvPr id="48" name="Oval 63">
            <a:extLst>
              <a:ext uri="{FF2B5EF4-FFF2-40B4-BE49-F238E27FC236}">
                <a16:creationId xmlns:a16="http://schemas.microsoft.com/office/drawing/2014/main" id="{59DD1D32-A160-BAFF-115A-1341CC6C8CA1}"/>
              </a:ext>
            </a:extLst>
          </p:cNvPr>
          <p:cNvSpPr/>
          <p:nvPr/>
        </p:nvSpPr>
        <p:spPr>
          <a:xfrm>
            <a:off x="6878777" y="3386150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2</a:t>
            </a:r>
          </a:p>
        </p:txBody>
      </p:sp>
      <p:sp>
        <p:nvSpPr>
          <p:cNvPr id="49" name="Rectangle 69">
            <a:extLst>
              <a:ext uri="{FF2B5EF4-FFF2-40B4-BE49-F238E27FC236}">
                <a16:creationId xmlns:a16="http://schemas.microsoft.com/office/drawing/2014/main" id="{8EFE0FFB-431E-9A68-F6E5-49A34A335F25}"/>
              </a:ext>
            </a:extLst>
          </p:cNvPr>
          <p:cNvSpPr txBox="1"/>
          <p:nvPr/>
        </p:nvSpPr>
        <p:spPr>
          <a:xfrm>
            <a:off x="7727096" y="3691251"/>
            <a:ext cx="32245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0" name="Text Placeholder 33">
            <a:extLst>
              <a:ext uri="{FF2B5EF4-FFF2-40B4-BE49-F238E27FC236}">
                <a16:creationId xmlns:a16="http://schemas.microsoft.com/office/drawing/2014/main" id="{F9D2FB11-0407-B6C0-BB8F-5EC85635E6D7}"/>
              </a:ext>
            </a:extLst>
          </p:cNvPr>
          <p:cNvSpPr txBox="1"/>
          <p:nvPr/>
        </p:nvSpPr>
        <p:spPr>
          <a:xfrm>
            <a:off x="7777896" y="3381103"/>
            <a:ext cx="972633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51" name="Rectangle 69">
            <a:extLst>
              <a:ext uri="{FF2B5EF4-FFF2-40B4-BE49-F238E27FC236}">
                <a16:creationId xmlns:a16="http://schemas.microsoft.com/office/drawing/2014/main" id="{F962582B-E407-3D86-FC6F-28332E3A37B3}"/>
              </a:ext>
            </a:extLst>
          </p:cNvPr>
          <p:cNvSpPr txBox="1"/>
          <p:nvPr/>
        </p:nvSpPr>
        <p:spPr>
          <a:xfrm>
            <a:off x="7714396" y="5169695"/>
            <a:ext cx="3224567" cy="263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8C835775-3F0C-6F3F-F27B-1C6DFCEC2D95}"/>
              </a:ext>
            </a:extLst>
          </p:cNvPr>
          <p:cNvSpPr txBox="1"/>
          <p:nvPr/>
        </p:nvSpPr>
        <p:spPr>
          <a:xfrm>
            <a:off x="7765196" y="4859546"/>
            <a:ext cx="972633" cy="264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53" name="Oval 63">
            <a:extLst>
              <a:ext uri="{FF2B5EF4-FFF2-40B4-BE49-F238E27FC236}">
                <a16:creationId xmlns:a16="http://schemas.microsoft.com/office/drawing/2014/main" id="{5CCB9F79-36F1-154C-BB7A-63ECB0CA4048}"/>
              </a:ext>
            </a:extLst>
          </p:cNvPr>
          <p:cNvSpPr/>
          <p:nvPr/>
        </p:nvSpPr>
        <p:spPr>
          <a:xfrm>
            <a:off x="6878776" y="4807188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en-US" sz="2400" kern="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  <a:sym typeface="Gilroy Light"/>
              </a:rPr>
              <a:t>3</a:t>
            </a:r>
            <a:endParaRPr kumimoji="0" lang="en-US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790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 advAuto="0"/>
      <p:bldP spid="28" grpId="0" animBg="1" advAuto="0"/>
      <p:bldP spid="41" grpId="0" animBg="1" advAuto="0"/>
      <p:bldP spid="43" grpId="0" animBg="1" advAuto="0"/>
      <p:bldP spid="45" grpId="0" animBg="1" advAuto="0"/>
      <p:bldP spid="49" grpId="0" animBg="1" advAuto="0"/>
      <p:bldP spid="51" grpId="0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F06E8-85F6-3516-B851-5047AFCAF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7313FB4-C87F-FAFA-ECE3-B8E20313D6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0A065B-49F6-CBF3-EFDD-E71E8589282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6D3D84-8C90-E293-8E44-1631BD8A5E9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Скругленный прямоугольник 14">
            <a:extLst>
              <a:ext uri="{FF2B5EF4-FFF2-40B4-BE49-F238E27FC236}">
                <a16:creationId xmlns:a16="http://schemas.microsoft.com/office/drawing/2014/main" id="{FF2A939F-6603-C84C-0EC8-0EFF1EFAB3EA}"/>
              </a:ext>
            </a:extLst>
          </p:cNvPr>
          <p:cNvSpPr/>
          <p:nvPr/>
        </p:nvSpPr>
        <p:spPr>
          <a:xfrm>
            <a:off x="5291297" y="2701328"/>
            <a:ext cx="2005643" cy="2166540"/>
          </a:xfrm>
          <a:prstGeom prst="roundRect">
            <a:avLst>
              <a:gd name="adj" fmla="val 5808"/>
            </a:avLst>
          </a:prstGeom>
          <a:solidFill>
            <a:srgbClr val="F2F5F9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6F838308-106D-37C0-9E2F-369857219E66}"/>
              </a:ext>
            </a:extLst>
          </p:cNvPr>
          <p:cNvSpPr txBox="1"/>
          <p:nvPr/>
        </p:nvSpPr>
        <p:spPr>
          <a:xfrm>
            <a:off x="5265897" y="1943793"/>
            <a:ext cx="5932705" cy="400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24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Digital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J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ob </a:t>
            </a:r>
            <a:r>
              <a:rPr lang="en-US" sz="2200" kern="0">
                <a:solidFill>
                  <a:schemeClr val="accent5"/>
                </a:solidFill>
                <a:latin typeface="Playfair Display" pitchFamily="2" charset="77"/>
              </a:rPr>
              <a:t>G</a:t>
            </a:r>
            <a:r>
              <a:rPr kumimoji="0" sz="2200" b="0" i="0" u="none" strike="noStrike" kern="0" cap="none" spc="0" normalizeH="0" baseline="0" noProof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rowth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 from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Poppins Regular"/>
              </a:rPr>
              <a:t>2020 to 2025</a:t>
            </a:r>
          </a:p>
        </p:txBody>
      </p:sp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A11EDA81-824C-0538-8C32-DE23AA21DF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0753577"/>
              </p:ext>
            </p:extLst>
          </p:nvPr>
        </p:nvGraphicFramePr>
        <p:xfrm>
          <a:off x="1415301" y="2948056"/>
          <a:ext cx="4280701" cy="2028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2020">
            <a:extLst>
              <a:ext uri="{FF2B5EF4-FFF2-40B4-BE49-F238E27FC236}">
                <a16:creationId xmlns:a16="http://schemas.microsoft.com/office/drawing/2014/main" id="{4C6BB3AD-218C-6F6C-A735-9A87E78AD720}"/>
              </a:ext>
            </a:extLst>
          </p:cNvPr>
          <p:cNvSpPr txBox="1"/>
          <p:nvPr/>
        </p:nvSpPr>
        <p:spPr>
          <a:xfrm>
            <a:off x="1693756" y="4972998"/>
            <a:ext cx="412751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2020</a:t>
            </a:r>
          </a:p>
        </p:txBody>
      </p:sp>
      <p:sp>
        <p:nvSpPr>
          <p:cNvPr id="11" name="2021">
            <a:extLst>
              <a:ext uri="{FF2B5EF4-FFF2-40B4-BE49-F238E27FC236}">
                <a16:creationId xmlns:a16="http://schemas.microsoft.com/office/drawing/2014/main" id="{D3B95DDD-1B69-3007-A60B-5A7B24F0ADE2}"/>
              </a:ext>
            </a:extLst>
          </p:cNvPr>
          <p:cNvSpPr txBox="1"/>
          <p:nvPr/>
        </p:nvSpPr>
        <p:spPr>
          <a:xfrm>
            <a:off x="2413422" y="4972998"/>
            <a:ext cx="372746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2021</a:t>
            </a:r>
          </a:p>
        </p:txBody>
      </p:sp>
      <p:sp>
        <p:nvSpPr>
          <p:cNvPr id="12" name="2022">
            <a:extLst>
              <a:ext uri="{FF2B5EF4-FFF2-40B4-BE49-F238E27FC236}">
                <a16:creationId xmlns:a16="http://schemas.microsoft.com/office/drawing/2014/main" id="{A2CDEB93-B911-8154-C22A-73DA8AA909B0}"/>
              </a:ext>
            </a:extLst>
          </p:cNvPr>
          <p:cNvSpPr txBox="1"/>
          <p:nvPr/>
        </p:nvSpPr>
        <p:spPr>
          <a:xfrm>
            <a:off x="3093084" y="4972998"/>
            <a:ext cx="40551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2022</a:t>
            </a:r>
          </a:p>
        </p:txBody>
      </p:sp>
      <p:sp>
        <p:nvSpPr>
          <p:cNvPr id="13" name="2023">
            <a:extLst>
              <a:ext uri="{FF2B5EF4-FFF2-40B4-BE49-F238E27FC236}">
                <a16:creationId xmlns:a16="http://schemas.microsoft.com/office/drawing/2014/main" id="{9ABA0413-DB34-99E0-BE4D-BB1A0610E94C}"/>
              </a:ext>
            </a:extLst>
          </p:cNvPr>
          <p:cNvSpPr txBox="1"/>
          <p:nvPr/>
        </p:nvSpPr>
        <p:spPr>
          <a:xfrm>
            <a:off x="3812751" y="4972998"/>
            <a:ext cx="40678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2023</a:t>
            </a:r>
          </a:p>
        </p:txBody>
      </p:sp>
      <p:sp>
        <p:nvSpPr>
          <p:cNvPr id="14" name="2024">
            <a:extLst>
              <a:ext uri="{FF2B5EF4-FFF2-40B4-BE49-F238E27FC236}">
                <a16:creationId xmlns:a16="http://schemas.microsoft.com/office/drawing/2014/main" id="{74EDEF45-2F77-E536-E1CE-2E59C27C3889}"/>
              </a:ext>
            </a:extLst>
          </p:cNvPr>
          <p:cNvSpPr txBox="1"/>
          <p:nvPr/>
        </p:nvSpPr>
        <p:spPr>
          <a:xfrm>
            <a:off x="4485173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2024</a:t>
            </a:r>
          </a:p>
        </p:txBody>
      </p:sp>
      <p:sp>
        <p:nvSpPr>
          <p:cNvPr id="15" name="2025">
            <a:extLst>
              <a:ext uri="{FF2B5EF4-FFF2-40B4-BE49-F238E27FC236}">
                <a16:creationId xmlns:a16="http://schemas.microsoft.com/office/drawing/2014/main" id="{95F983DA-C2C9-5A3D-A6D2-4C69FC53A873}"/>
              </a:ext>
            </a:extLst>
          </p:cNvPr>
          <p:cNvSpPr txBox="1"/>
          <p:nvPr/>
        </p:nvSpPr>
        <p:spPr>
          <a:xfrm>
            <a:off x="5163311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2025</a:t>
            </a: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00F9C679-241B-42C4-1541-F24BA0C18B85}"/>
              </a:ext>
            </a:extLst>
          </p:cNvPr>
          <p:cNvSpPr txBox="1"/>
          <p:nvPr/>
        </p:nvSpPr>
        <p:spPr>
          <a:xfrm>
            <a:off x="5838239" y="3257454"/>
            <a:ext cx="1304741" cy="455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70000"/>
              </a:lnSpc>
              <a:defRPr sz="20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149M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 Regular"/>
              <a:sym typeface="Poppins Regular"/>
            </a:endParaRPr>
          </a:p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new jobs</a:t>
            </a: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FCFD6BF7-374E-D015-5A5A-61E23AD09FE4}"/>
              </a:ext>
            </a:extLst>
          </p:cNvPr>
          <p:cNvSpPr txBox="1"/>
          <p:nvPr/>
        </p:nvSpPr>
        <p:spPr>
          <a:xfrm>
            <a:off x="5867966" y="3707108"/>
            <a:ext cx="639804" cy="257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11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By 2025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FB270644-3A8D-3F39-0B7E-AB728A60E727}"/>
              </a:ext>
            </a:extLst>
          </p:cNvPr>
          <p:cNvSpPr txBox="1"/>
          <p:nvPr/>
        </p:nvSpPr>
        <p:spPr>
          <a:xfrm>
            <a:off x="7805468" y="2830137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19M</a:t>
            </a:r>
          </a:p>
        </p:txBody>
      </p:sp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8AFFF208-4EA0-6C91-CCAA-78B886AF351E}"/>
              </a:ext>
            </a:extLst>
          </p:cNvPr>
          <p:cNvSpPr txBox="1"/>
          <p:nvPr/>
        </p:nvSpPr>
        <p:spPr>
          <a:xfrm>
            <a:off x="7805468" y="3272425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6M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66023D8E-FAE0-E1F1-1AF4-B1E41990F0BE}"/>
              </a:ext>
            </a:extLst>
          </p:cNvPr>
          <p:cNvSpPr txBox="1"/>
          <p:nvPr/>
        </p:nvSpPr>
        <p:spPr>
          <a:xfrm>
            <a:off x="7579152" y="3710136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20M</a:t>
            </a: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D4CD5825-8F3D-7DB2-2CDC-34D9C5FD858B}"/>
              </a:ext>
            </a:extLst>
          </p:cNvPr>
          <p:cNvSpPr txBox="1"/>
          <p:nvPr/>
        </p:nvSpPr>
        <p:spPr>
          <a:xfrm>
            <a:off x="7579153" y="4153747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23M</a:t>
            </a:r>
          </a:p>
        </p:txBody>
      </p:sp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655AC226-1CA9-99FB-5359-07A9142AF3E5}"/>
              </a:ext>
            </a:extLst>
          </p:cNvPr>
          <p:cNvSpPr txBox="1"/>
          <p:nvPr/>
        </p:nvSpPr>
        <p:spPr>
          <a:xfrm>
            <a:off x="7579153" y="4593148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98M</a:t>
            </a:r>
          </a:p>
        </p:txBody>
      </p: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5CD7CA3E-235D-746D-4069-CB838969C605}"/>
              </a:ext>
            </a:extLst>
          </p:cNvPr>
          <p:cNvSpPr txBox="1"/>
          <p:nvPr/>
        </p:nvSpPr>
        <p:spPr>
          <a:xfrm>
            <a:off x="8378623" y="2886508"/>
            <a:ext cx="834213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Privacy trust</a:t>
            </a:r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2DCB8A8F-ABBA-FD0B-8DA9-C67555EF88BA}"/>
              </a:ext>
            </a:extLst>
          </p:cNvPr>
          <p:cNvSpPr txBox="1"/>
          <p:nvPr/>
        </p:nvSpPr>
        <p:spPr>
          <a:xfrm>
            <a:off x="8378622" y="3318200"/>
            <a:ext cx="949962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Cybersecurity</a:t>
            </a:r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E81104C9-67E7-0732-598C-DDF98CA5B229}"/>
              </a:ext>
            </a:extLst>
          </p:cNvPr>
          <p:cNvSpPr txBox="1"/>
          <p:nvPr/>
        </p:nvSpPr>
        <p:spPr>
          <a:xfrm>
            <a:off x="8378621" y="373734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Data analysis, machine learning, and AI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2FF14DC3-1DC4-6F92-C3A0-316A14924EDF}"/>
              </a:ext>
            </a:extLst>
          </p:cNvPr>
          <p:cNvSpPr txBox="1"/>
          <p:nvPr/>
        </p:nvSpPr>
        <p:spPr>
          <a:xfrm>
            <a:off x="8378621" y="419582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Cloud and data roles</a:t>
            </a:r>
          </a:p>
        </p:txBody>
      </p:sp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F46831D2-A5EE-D9DD-F0BB-F603B6FE40E4}"/>
              </a:ext>
            </a:extLst>
          </p:cNvPr>
          <p:cNvSpPr txBox="1"/>
          <p:nvPr/>
        </p:nvSpPr>
        <p:spPr>
          <a:xfrm>
            <a:off x="8378621" y="462275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Software development</a:t>
            </a:r>
          </a:p>
        </p:txBody>
      </p:sp>
      <p:sp>
        <p:nvSpPr>
          <p:cNvPr id="32" name="TextBox 27">
            <a:extLst>
              <a:ext uri="{FF2B5EF4-FFF2-40B4-BE49-F238E27FC236}">
                <a16:creationId xmlns:a16="http://schemas.microsoft.com/office/drawing/2014/main" id="{54EF4285-F210-8EF4-C821-3962760E24EE}"/>
              </a:ext>
            </a:extLst>
          </p:cNvPr>
          <p:cNvSpPr txBox="1"/>
          <p:nvPr/>
        </p:nvSpPr>
        <p:spPr>
          <a:xfrm>
            <a:off x="1490556" y="5392429"/>
            <a:ext cx="899144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8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Data Source: Microsoft Data Science utilizing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Linkedin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 data. Methodology and assumptions can be found in the white paper “” Methodology: Digitization Capacity of the World Economy”</a:t>
            </a:r>
          </a:p>
        </p:txBody>
      </p: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FC754F81-3D99-9BCD-6128-C410FAB34D21}"/>
              </a:ext>
            </a:extLst>
          </p:cNvPr>
          <p:cNvSpPr txBox="1"/>
          <p:nvPr/>
        </p:nvSpPr>
        <p:spPr>
          <a:xfrm>
            <a:off x="1461154" y="2703376"/>
            <a:ext cx="1946992" cy="232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0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(M — millions of people)</a:t>
            </a:r>
          </a:p>
        </p:txBody>
      </p:sp>
    </p:spTree>
    <p:extLst>
      <p:ext uri="{BB962C8B-B14F-4D97-AF65-F5344CB8AC3E}">
        <p14:creationId xmlns:p14="http://schemas.microsoft.com/office/powerpoint/2010/main" val="81034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465C8-7F2B-9629-347F-6F0416361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8EA5C93-C5EF-A808-B15E-B6DEE07CA79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0BA48A-C462-F871-55C3-7E09F846DDA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8803EA-4522-256A-44FD-15BF1BAF00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Straight Connector 50">
            <a:extLst>
              <a:ext uri="{FF2B5EF4-FFF2-40B4-BE49-F238E27FC236}">
                <a16:creationId xmlns:a16="http://schemas.microsoft.com/office/drawing/2014/main" id="{ADCD296A-4D0D-F65D-D4B7-33E87307E582}"/>
              </a:ext>
            </a:extLst>
          </p:cNvPr>
          <p:cNvSpPr/>
          <p:nvPr/>
        </p:nvSpPr>
        <p:spPr>
          <a:xfrm flipV="1">
            <a:off x="676275" y="4068672"/>
            <a:ext cx="10839450" cy="0"/>
          </a:xfrm>
          <a:prstGeom prst="line">
            <a:avLst/>
          </a:prstGeom>
          <a:ln w="12700">
            <a:solidFill>
              <a:schemeClr val="accent2"/>
            </a:solidFill>
            <a:custDash>
              <a:ds d="100000" sp="200000"/>
            </a:custDash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Roboto Regular"/>
                <a:ea typeface="Roboto Regular"/>
                <a:cs typeface="Roboto Regular"/>
                <a:sym typeface="Roboto Regular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Regular"/>
              <a:sym typeface="Roboto Regular"/>
            </a:endParaRPr>
          </a:p>
        </p:txBody>
      </p:sp>
      <p:sp>
        <p:nvSpPr>
          <p:cNvPr id="8" name="TextBox 54">
            <a:extLst>
              <a:ext uri="{FF2B5EF4-FFF2-40B4-BE49-F238E27FC236}">
                <a16:creationId xmlns:a16="http://schemas.microsoft.com/office/drawing/2014/main" id="{98698405-4ABC-C60C-8AED-95CA61A708E0}"/>
              </a:ext>
            </a:extLst>
          </p:cNvPr>
          <p:cNvSpPr txBox="1"/>
          <p:nvPr/>
        </p:nvSpPr>
        <p:spPr>
          <a:xfrm>
            <a:off x="1820961" y="3470656"/>
            <a:ext cx="107583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Setup Code</a:t>
            </a:r>
          </a:p>
        </p:txBody>
      </p:sp>
      <p:sp>
        <p:nvSpPr>
          <p:cNvPr id="9" name="TextBox 55">
            <a:extLst>
              <a:ext uri="{FF2B5EF4-FFF2-40B4-BE49-F238E27FC236}">
                <a16:creationId xmlns:a16="http://schemas.microsoft.com/office/drawing/2014/main" id="{BB053F47-DF70-F773-7C9F-BF6A3B068A48}"/>
              </a:ext>
            </a:extLst>
          </p:cNvPr>
          <p:cNvSpPr txBox="1"/>
          <p:nvPr/>
        </p:nvSpPr>
        <p:spPr>
          <a:xfrm>
            <a:off x="372345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0" name="TextBox 56">
            <a:extLst>
              <a:ext uri="{FF2B5EF4-FFF2-40B4-BE49-F238E27FC236}">
                <a16:creationId xmlns:a16="http://schemas.microsoft.com/office/drawing/2014/main" id="{71E8279E-2B3B-C558-BB27-445C3DFB9728}"/>
              </a:ext>
            </a:extLst>
          </p:cNvPr>
          <p:cNvSpPr txBox="1"/>
          <p:nvPr/>
        </p:nvSpPr>
        <p:spPr>
          <a:xfrm>
            <a:off x="554952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1" name="TextBox 58">
            <a:extLst>
              <a:ext uri="{FF2B5EF4-FFF2-40B4-BE49-F238E27FC236}">
                <a16:creationId xmlns:a16="http://schemas.microsoft.com/office/drawing/2014/main" id="{74149447-32B9-0CD1-7CF3-9AA7D36D8D97}"/>
              </a:ext>
            </a:extLst>
          </p:cNvPr>
          <p:cNvSpPr txBox="1"/>
          <p:nvPr/>
        </p:nvSpPr>
        <p:spPr>
          <a:xfrm>
            <a:off x="737559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2" name="TextBox 59">
            <a:extLst>
              <a:ext uri="{FF2B5EF4-FFF2-40B4-BE49-F238E27FC236}">
                <a16:creationId xmlns:a16="http://schemas.microsoft.com/office/drawing/2014/main" id="{FC679050-9870-B234-A524-81B01FD43BF9}"/>
              </a:ext>
            </a:extLst>
          </p:cNvPr>
          <p:cNvSpPr txBox="1"/>
          <p:nvPr/>
        </p:nvSpPr>
        <p:spPr>
          <a:xfrm>
            <a:off x="920166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3" name="Oval 60">
            <a:extLst>
              <a:ext uri="{FF2B5EF4-FFF2-40B4-BE49-F238E27FC236}">
                <a16:creationId xmlns:a16="http://schemas.microsoft.com/office/drawing/2014/main" id="{2C9B659A-F513-0EC0-7FBA-6B2F6EFB5F6E}"/>
              </a:ext>
            </a:extLst>
          </p:cNvPr>
          <p:cNvSpPr/>
          <p:nvPr/>
        </p:nvSpPr>
        <p:spPr>
          <a:xfrm>
            <a:off x="228680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4" name="Oval 61">
            <a:extLst>
              <a:ext uri="{FF2B5EF4-FFF2-40B4-BE49-F238E27FC236}">
                <a16:creationId xmlns:a16="http://schemas.microsoft.com/office/drawing/2014/main" id="{818CCB3D-14ED-C480-A34D-1487B9EAF9FB}"/>
              </a:ext>
            </a:extLst>
          </p:cNvPr>
          <p:cNvSpPr/>
          <p:nvPr/>
        </p:nvSpPr>
        <p:spPr>
          <a:xfrm>
            <a:off x="411287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5" name="Oval 62">
            <a:extLst>
              <a:ext uri="{FF2B5EF4-FFF2-40B4-BE49-F238E27FC236}">
                <a16:creationId xmlns:a16="http://schemas.microsoft.com/office/drawing/2014/main" id="{27E66413-5AD4-EF5E-C075-6B8E3CF80EA7}"/>
              </a:ext>
            </a:extLst>
          </p:cNvPr>
          <p:cNvSpPr/>
          <p:nvPr/>
        </p:nvSpPr>
        <p:spPr>
          <a:xfrm>
            <a:off x="593894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6" name="Oval 63">
            <a:extLst>
              <a:ext uri="{FF2B5EF4-FFF2-40B4-BE49-F238E27FC236}">
                <a16:creationId xmlns:a16="http://schemas.microsoft.com/office/drawing/2014/main" id="{07B7AC7C-95D7-E558-10B7-51F56B964545}"/>
              </a:ext>
            </a:extLst>
          </p:cNvPr>
          <p:cNvSpPr/>
          <p:nvPr/>
        </p:nvSpPr>
        <p:spPr>
          <a:xfrm>
            <a:off x="7765015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7" name="Oval 64">
            <a:extLst>
              <a:ext uri="{FF2B5EF4-FFF2-40B4-BE49-F238E27FC236}">
                <a16:creationId xmlns:a16="http://schemas.microsoft.com/office/drawing/2014/main" id="{A9B02663-CA5E-C7C2-8344-FC82F5C19622}"/>
              </a:ext>
            </a:extLst>
          </p:cNvPr>
          <p:cNvSpPr/>
          <p:nvPr/>
        </p:nvSpPr>
        <p:spPr>
          <a:xfrm>
            <a:off x="9591084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8" name="Freeform: Shape 389">
            <a:extLst>
              <a:ext uri="{FF2B5EF4-FFF2-40B4-BE49-F238E27FC236}">
                <a16:creationId xmlns:a16="http://schemas.microsoft.com/office/drawing/2014/main" id="{A2AD9664-A442-8F12-2C27-6A0C2565E533}"/>
              </a:ext>
            </a:extLst>
          </p:cNvPr>
          <p:cNvSpPr/>
          <p:nvPr/>
        </p:nvSpPr>
        <p:spPr>
          <a:xfrm>
            <a:off x="2158969" y="2855715"/>
            <a:ext cx="406064" cy="399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261"/>
                </a:moveTo>
                <a:cubicBezTo>
                  <a:pt x="21600" y="20554"/>
                  <a:pt x="20570" y="21600"/>
                  <a:pt x="19297" y="21600"/>
                </a:cubicBezTo>
                <a:lnTo>
                  <a:pt x="2303" y="21600"/>
                </a:lnTo>
                <a:cubicBezTo>
                  <a:pt x="1030" y="21600"/>
                  <a:pt x="0" y="20554"/>
                  <a:pt x="0" y="19261"/>
                </a:cubicBezTo>
                <a:lnTo>
                  <a:pt x="0" y="2339"/>
                </a:lnTo>
                <a:cubicBezTo>
                  <a:pt x="0" y="1046"/>
                  <a:pt x="1030" y="0"/>
                  <a:pt x="2303" y="0"/>
                </a:cubicBezTo>
                <a:lnTo>
                  <a:pt x="19297" y="0"/>
                </a:lnTo>
                <a:cubicBezTo>
                  <a:pt x="20570" y="0"/>
                  <a:pt x="21600" y="1046"/>
                  <a:pt x="21600" y="2339"/>
                </a:cubicBezTo>
                <a:lnTo>
                  <a:pt x="21600" y="19261"/>
                </a:lnTo>
                <a:close/>
                <a:moveTo>
                  <a:pt x="20271" y="2342"/>
                </a:moveTo>
                <a:cubicBezTo>
                  <a:pt x="20271" y="1795"/>
                  <a:pt x="19835" y="1353"/>
                  <a:pt x="19297" y="1353"/>
                </a:cubicBezTo>
                <a:lnTo>
                  <a:pt x="2303" y="1353"/>
                </a:lnTo>
                <a:cubicBezTo>
                  <a:pt x="1765" y="1353"/>
                  <a:pt x="1329" y="1795"/>
                  <a:pt x="1329" y="2342"/>
                </a:cubicBezTo>
                <a:lnTo>
                  <a:pt x="1329" y="19265"/>
                </a:lnTo>
                <a:cubicBezTo>
                  <a:pt x="1329" y="19811"/>
                  <a:pt x="1765" y="20253"/>
                  <a:pt x="2303" y="20253"/>
                </a:cubicBezTo>
                <a:lnTo>
                  <a:pt x="19297" y="20253"/>
                </a:lnTo>
                <a:cubicBezTo>
                  <a:pt x="19835" y="20253"/>
                  <a:pt x="20271" y="19811"/>
                  <a:pt x="20271" y="19265"/>
                </a:cubicBezTo>
                <a:lnTo>
                  <a:pt x="20271" y="2342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19" name="Freeform: Shape 390">
            <a:extLst>
              <a:ext uri="{FF2B5EF4-FFF2-40B4-BE49-F238E27FC236}">
                <a16:creationId xmlns:a16="http://schemas.microsoft.com/office/drawing/2014/main" id="{D642C6C1-7D8D-A422-823B-EC8909AFB610}"/>
              </a:ext>
            </a:extLst>
          </p:cNvPr>
          <p:cNvSpPr/>
          <p:nvPr/>
        </p:nvSpPr>
        <p:spPr>
          <a:xfrm>
            <a:off x="2162843" y="2936826"/>
            <a:ext cx="3935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57" y="21600"/>
                </a:moveTo>
                <a:lnTo>
                  <a:pt x="343" y="21600"/>
                </a:lnTo>
                <a:cubicBezTo>
                  <a:pt x="154" y="21600"/>
                  <a:pt x="0" y="16739"/>
                  <a:pt x="0" y="10800"/>
                </a:cubicBezTo>
                <a:cubicBezTo>
                  <a:pt x="0" y="4861"/>
                  <a:pt x="154" y="0"/>
                  <a:pt x="343" y="0"/>
                </a:cubicBezTo>
                <a:lnTo>
                  <a:pt x="21257" y="0"/>
                </a:lnTo>
                <a:cubicBezTo>
                  <a:pt x="21446" y="0"/>
                  <a:pt x="21600" y="4861"/>
                  <a:pt x="21600" y="10800"/>
                </a:cubicBezTo>
                <a:cubicBezTo>
                  <a:pt x="21600" y="16739"/>
                  <a:pt x="21446" y="21600"/>
                  <a:pt x="21257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0" name="Freeform: Shape 391">
            <a:extLst>
              <a:ext uri="{FF2B5EF4-FFF2-40B4-BE49-F238E27FC236}">
                <a16:creationId xmlns:a16="http://schemas.microsoft.com/office/drawing/2014/main" id="{F8B4170C-2B04-DADF-F0F1-B15FC437687A}"/>
              </a:ext>
            </a:extLst>
          </p:cNvPr>
          <p:cNvSpPr/>
          <p:nvPr/>
        </p:nvSpPr>
        <p:spPr>
          <a:xfrm>
            <a:off x="2200326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1" name="Freeform: Shape 392">
            <a:extLst>
              <a:ext uri="{FF2B5EF4-FFF2-40B4-BE49-F238E27FC236}">
                <a16:creationId xmlns:a16="http://schemas.microsoft.com/office/drawing/2014/main" id="{F1E83DE0-45A7-742F-664D-F2247EF6D7B9}"/>
              </a:ext>
            </a:extLst>
          </p:cNvPr>
          <p:cNvSpPr/>
          <p:nvPr/>
        </p:nvSpPr>
        <p:spPr>
          <a:xfrm>
            <a:off x="224405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2" name="Freeform: Shape 393">
            <a:extLst>
              <a:ext uri="{FF2B5EF4-FFF2-40B4-BE49-F238E27FC236}">
                <a16:creationId xmlns:a16="http://schemas.microsoft.com/office/drawing/2014/main" id="{F2911EED-B01E-AE70-C491-24370672C058}"/>
              </a:ext>
            </a:extLst>
          </p:cNvPr>
          <p:cNvSpPr/>
          <p:nvPr/>
        </p:nvSpPr>
        <p:spPr>
          <a:xfrm>
            <a:off x="228778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3" name="Freeform: Shape 394">
            <a:extLst>
              <a:ext uri="{FF2B5EF4-FFF2-40B4-BE49-F238E27FC236}">
                <a16:creationId xmlns:a16="http://schemas.microsoft.com/office/drawing/2014/main" id="{FF1C47B4-2A00-E4B8-783F-490E2C701B64}"/>
              </a:ext>
            </a:extLst>
          </p:cNvPr>
          <p:cNvSpPr/>
          <p:nvPr/>
        </p:nvSpPr>
        <p:spPr>
          <a:xfrm>
            <a:off x="2231530" y="3044446"/>
            <a:ext cx="69835" cy="1266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72" extrusionOk="0">
                <a:moveTo>
                  <a:pt x="19313" y="21472"/>
                </a:moveTo>
                <a:cubicBezTo>
                  <a:pt x="18763" y="21472"/>
                  <a:pt x="18212" y="21334"/>
                  <a:pt x="17833" y="21080"/>
                </a:cubicBezTo>
                <a:lnTo>
                  <a:pt x="428" y="9105"/>
                </a:lnTo>
                <a:cubicBezTo>
                  <a:pt x="-142" y="8713"/>
                  <a:pt x="-142" y="8162"/>
                  <a:pt x="428" y="7771"/>
                </a:cubicBezTo>
                <a:lnTo>
                  <a:pt x="11151" y="391"/>
                </a:lnTo>
                <a:cubicBezTo>
                  <a:pt x="11816" y="-64"/>
                  <a:pt x="13011" y="-128"/>
                  <a:pt x="13828" y="232"/>
                </a:cubicBezTo>
                <a:cubicBezTo>
                  <a:pt x="14644" y="603"/>
                  <a:pt x="14777" y="1270"/>
                  <a:pt x="14112" y="1725"/>
                </a:cubicBezTo>
                <a:lnTo>
                  <a:pt x="4356" y="8438"/>
                </a:lnTo>
                <a:lnTo>
                  <a:pt x="20794" y="19746"/>
                </a:lnTo>
                <a:cubicBezTo>
                  <a:pt x="21458" y="20201"/>
                  <a:pt x="21325" y="20868"/>
                  <a:pt x="20509" y="21239"/>
                </a:cubicBezTo>
                <a:cubicBezTo>
                  <a:pt x="20148" y="21387"/>
                  <a:pt x="19731" y="21472"/>
                  <a:pt x="19313" y="2147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4" name="Freeform: Shape 395">
            <a:extLst>
              <a:ext uri="{FF2B5EF4-FFF2-40B4-BE49-F238E27FC236}">
                <a16:creationId xmlns:a16="http://schemas.microsoft.com/office/drawing/2014/main" id="{FAA70C37-A2A0-A9AA-F845-FC1D0AED9366}"/>
              </a:ext>
            </a:extLst>
          </p:cNvPr>
          <p:cNvSpPr/>
          <p:nvPr/>
        </p:nvSpPr>
        <p:spPr>
          <a:xfrm>
            <a:off x="2283079" y="3017272"/>
            <a:ext cx="18223" cy="195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73" h="20796" extrusionOk="0">
                <a:moveTo>
                  <a:pt x="6836" y="20796"/>
                </a:moveTo>
                <a:cubicBezTo>
                  <a:pt x="5336" y="20796"/>
                  <a:pt x="3838" y="20330"/>
                  <a:pt x="2543" y="19333"/>
                </a:cubicBezTo>
                <a:cubicBezTo>
                  <a:pt x="-387" y="17008"/>
                  <a:pt x="-863" y="12820"/>
                  <a:pt x="1521" y="9963"/>
                </a:cubicBezTo>
                <a:lnTo>
                  <a:pt x="7722" y="2453"/>
                </a:lnTo>
                <a:cubicBezTo>
                  <a:pt x="10107" y="-405"/>
                  <a:pt x="14399" y="-804"/>
                  <a:pt x="17329" y="1456"/>
                </a:cubicBezTo>
                <a:cubicBezTo>
                  <a:pt x="20259" y="3783"/>
                  <a:pt x="20737" y="7968"/>
                  <a:pt x="18351" y="10826"/>
                </a:cubicBezTo>
                <a:lnTo>
                  <a:pt x="12150" y="18336"/>
                </a:lnTo>
                <a:cubicBezTo>
                  <a:pt x="10789" y="19931"/>
                  <a:pt x="8813" y="20796"/>
                  <a:pt x="6836" y="207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5" name="Freeform: Shape 396">
            <a:extLst>
              <a:ext uri="{FF2B5EF4-FFF2-40B4-BE49-F238E27FC236}">
                <a16:creationId xmlns:a16="http://schemas.microsoft.com/office/drawing/2014/main" id="{8FE3FF56-662F-66D1-6184-E2E609722718}"/>
              </a:ext>
            </a:extLst>
          </p:cNvPr>
          <p:cNvSpPr/>
          <p:nvPr/>
        </p:nvSpPr>
        <p:spPr>
          <a:xfrm>
            <a:off x="2424139" y="3017307"/>
            <a:ext cx="69835" cy="1538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89" extrusionOk="0">
                <a:moveTo>
                  <a:pt x="1905" y="21489"/>
                </a:moveTo>
                <a:cubicBezTo>
                  <a:pt x="1487" y="21489"/>
                  <a:pt x="1069" y="21428"/>
                  <a:pt x="709" y="21297"/>
                </a:cubicBezTo>
                <a:cubicBezTo>
                  <a:pt x="-107" y="20992"/>
                  <a:pt x="-240" y="20442"/>
                  <a:pt x="424" y="20066"/>
                </a:cubicBezTo>
                <a:lnTo>
                  <a:pt x="16862" y="10746"/>
                </a:lnTo>
                <a:lnTo>
                  <a:pt x="424" y="1425"/>
                </a:lnTo>
                <a:cubicBezTo>
                  <a:pt x="-240" y="1050"/>
                  <a:pt x="-107" y="500"/>
                  <a:pt x="709" y="194"/>
                </a:cubicBezTo>
                <a:cubicBezTo>
                  <a:pt x="1525" y="-111"/>
                  <a:pt x="2721" y="-50"/>
                  <a:pt x="3385" y="325"/>
                </a:cubicBezTo>
                <a:lnTo>
                  <a:pt x="20790" y="10196"/>
                </a:lnTo>
                <a:cubicBezTo>
                  <a:pt x="21360" y="10519"/>
                  <a:pt x="21360" y="10972"/>
                  <a:pt x="20790" y="11295"/>
                </a:cubicBezTo>
                <a:lnTo>
                  <a:pt x="3385" y="21166"/>
                </a:lnTo>
                <a:cubicBezTo>
                  <a:pt x="3006" y="21376"/>
                  <a:pt x="2455" y="21489"/>
                  <a:pt x="1905" y="214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6" name="Freeform: Shape 397">
            <a:extLst>
              <a:ext uri="{FF2B5EF4-FFF2-40B4-BE49-F238E27FC236}">
                <a16:creationId xmlns:a16="http://schemas.microsoft.com/office/drawing/2014/main" id="{FE848621-EDD8-AEAB-2FD5-40891225489E}"/>
              </a:ext>
            </a:extLst>
          </p:cNvPr>
          <p:cNvSpPr/>
          <p:nvPr/>
        </p:nvSpPr>
        <p:spPr>
          <a:xfrm>
            <a:off x="2330433" y="3054753"/>
            <a:ext cx="69824" cy="831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21" h="21406" extrusionOk="0">
                <a:moveTo>
                  <a:pt x="1896" y="21406"/>
                </a:moveTo>
                <a:cubicBezTo>
                  <a:pt x="1480" y="21406"/>
                  <a:pt x="1065" y="21294"/>
                  <a:pt x="706" y="21052"/>
                </a:cubicBezTo>
                <a:cubicBezTo>
                  <a:pt x="-107" y="20489"/>
                  <a:pt x="-239" y="19476"/>
                  <a:pt x="422" y="18785"/>
                </a:cubicBezTo>
                <a:lnTo>
                  <a:pt x="17751" y="594"/>
                </a:lnTo>
                <a:cubicBezTo>
                  <a:pt x="18413" y="-97"/>
                  <a:pt x="19604" y="-194"/>
                  <a:pt x="20416" y="353"/>
                </a:cubicBezTo>
                <a:cubicBezTo>
                  <a:pt x="21229" y="916"/>
                  <a:pt x="21361" y="1929"/>
                  <a:pt x="20699" y="2621"/>
                </a:cubicBezTo>
                <a:lnTo>
                  <a:pt x="3370" y="20811"/>
                </a:lnTo>
                <a:cubicBezTo>
                  <a:pt x="2993" y="21213"/>
                  <a:pt x="2444" y="21406"/>
                  <a:pt x="1896" y="2140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1" name="Freeform: Shape 406">
            <a:extLst>
              <a:ext uri="{FF2B5EF4-FFF2-40B4-BE49-F238E27FC236}">
                <a16:creationId xmlns:a16="http://schemas.microsoft.com/office/drawing/2014/main" id="{FD1F9A2C-87E5-1DA7-00EA-B57D0CA5EA20}"/>
              </a:ext>
            </a:extLst>
          </p:cNvPr>
          <p:cNvSpPr/>
          <p:nvPr/>
        </p:nvSpPr>
        <p:spPr>
          <a:xfrm>
            <a:off x="4091989" y="3227417"/>
            <a:ext cx="193663" cy="249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06" y="21600"/>
                </a:moveTo>
                <a:lnTo>
                  <a:pt x="1394" y="21600"/>
                </a:lnTo>
                <a:cubicBezTo>
                  <a:pt x="627" y="21600"/>
                  <a:pt x="0" y="16740"/>
                  <a:pt x="0" y="10800"/>
                </a:cubicBezTo>
                <a:cubicBezTo>
                  <a:pt x="0" y="4860"/>
                  <a:pt x="627" y="0"/>
                  <a:pt x="1394" y="0"/>
                </a:cubicBezTo>
                <a:lnTo>
                  <a:pt x="20206" y="0"/>
                </a:lnTo>
                <a:cubicBezTo>
                  <a:pt x="20973" y="0"/>
                  <a:pt x="21600" y="4860"/>
                  <a:pt x="21600" y="10800"/>
                </a:cubicBezTo>
                <a:cubicBezTo>
                  <a:pt x="21600" y="16740"/>
                  <a:pt x="20973" y="21600"/>
                  <a:pt x="20206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2" name="Freeform: Shape 407">
            <a:extLst>
              <a:ext uri="{FF2B5EF4-FFF2-40B4-BE49-F238E27FC236}">
                <a16:creationId xmlns:a16="http://schemas.microsoft.com/office/drawing/2014/main" id="{43C9BE56-190B-F739-C9F0-8CA39720ABF4}"/>
              </a:ext>
            </a:extLst>
          </p:cNvPr>
          <p:cNvSpPr/>
          <p:nvPr/>
        </p:nvSpPr>
        <p:spPr>
          <a:xfrm>
            <a:off x="3978792" y="2858838"/>
            <a:ext cx="412309" cy="3186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8665"/>
                </a:moveTo>
                <a:cubicBezTo>
                  <a:pt x="21600" y="20287"/>
                  <a:pt x="20586" y="21600"/>
                  <a:pt x="19332" y="21600"/>
                </a:cubicBezTo>
                <a:lnTo>
                  <a:pt x="2268" y="21600"/>
                </a:lnTo>
                <a:cubicBezTo>
                  <a:pt x="1015" y="21600"/>
                  <a:pt x="0" y="20287"/>
                  <a:pt x="0" y="18665"/>
                </a:cubicBezTo>
                <a:lnTo>
                  <a:pt x="0" y="2935"/>
                </a:lnTo>
                <a:cubicBezTo>
                  <a:pt x="0" y="1313"/>
                  <a:pt x="1015" y="0"/>
                  <a:pt x="2268" y="0"/>
                </a:cubicBezTo>
                <a:lnTo>
                  <a:pt x="19332" y="0"/>
                </a:lnTo>
                <a:cubicBezTo>
                  <a:pt x="20586" y="0"/>
                  <a:pt x="21600" y="1313"/>
                  <a:pt x="21600" y="2935"/>
                </a:cubicBezTo>
                <a:lnTo>
                  <a:pt x="21600" y="18665"/>
                </a:lnTo>
                <a:close/>
                <a:moveTo>
                  <a:pt x="20291" y="2939"/>
                </a:moveTo>
                <a:cubicBezTo>
                  <a:pt x="20291" y="2253"/>
                  <a:pt x="19862" y="1698"/>
                  <a:pt x="19332" y="1698"/>
                </a:cubicBezTo>
                <a:lnTo>
                  <a:pt x="2268" y="1698"/>
                </a:lnTo>
                <a:cubicBezTo>
                  <a:pt x="1738" y="1698"/>
                  <a:pt x="1309" y="2253"/>
                  <a:pt x="1309" y="2939"/>
                </a:cubicBezTo>
                <a:lnTo>
                  <a:pt x="1309" y="18669"/>
                </a:lnTo>
                <a:cubicBezTo>
                  <a:pt x="1309" y="19355"/>
                  <a:pt x="1738" y="19910"/>
                  <a:pt x="2268" y="19910"/>
                </a:cubicBezTo>
                <a:lnTo>
                  <a:pt x="19332" y="19910"/>
                </a:lnTo>
                <a:cubicBezTo>
                  <a:pt x="19862" y="19910"/>
                  <a:pt x="20291" y="19355"/>
                  <a:pt x="20291" y="18669"/>
                </a:cubicBezTo>
                <a:lnTo>
                  <a:pt x="20291" y="2939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3" name="Freeform: Shape 408">
            <a:extLst>
              <a:ext uri="{FF2B5EF4-FFF2-40B4-BE49-F238E27FC236}">
                <a16:creationId xmlns:a16="http://schemas.microsoft.com/office/drawing/2014/main" id="{0C8935DA-6599-2F90-C446-CDCA5E773BEF}"/>
              </a:ext>
            </a:extLst>
          </p:cNvPr>
          <p:cNvSpPr/>
          <p:nvPr/>
        </p:nvSpPr>
        <p:spPr>
          <a:xfrm>
            <a:off x="3985789" y="3096126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2" name="Freeform: Shape 409">
            <a:extLst>
              <a:ext uri="{FF2B5EF4-FFF2-40B4-BE49-F238E27FC236}">
                <a16:creationId xmlns:a16="http://schemas.microsoft.com/office/drawing/2014/main" id="{1DB3BCC8-BD1B-2C91-9E03-DE33EE18ED0E}"/>
              </a:ext>
            </a:extLst>
          </p:cNvPr>
          <p:cNvSpPr/>
          <p:nvPr/>
        </p:nvSpPr>
        <p:spPr>
          <a:xfrm>
            <a:off x="3985789" y="2914960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3" name="Freeform: Shape 410">
            <a:extLst>
              <a:ext uri="{FF2B5EF4-FFF2-40B4-BE49-F238E27FC236}">
                <a16:creationId xmlns:a16="http://schemas.microsoft.com/office/drawing/2014/main" id="{E0043945-865D-2BFA-C3E9-FA15926F93C1}"/>
              </a:ext>
            </a:extLst>
          </p:cNvPr>
          <p:cNvSpPr/>
          <p:nvPr/>
        </p:nvSpPr>
        <p:spPr>
          <a:xfrm>
            <a:off x="4156912" y="3001849"/>
            <a:ext cx="14153" cy="168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338" h="20589" extrusionOk="0">
                <a:moveTo>
                  <a:pt x="8516" y="20589"/>
                </a:moveTo>
                <a:cubicBezTo>
                  <a:pt x="7492" y="20589"/>
                  <a:pt x="6467" y="20436"/>
                  <a:pt x="5443" y="20054"/>
                </a:cubicBezTo>
                <a:cubicBezTo>
                  <a:pt x="1090" y="18527"/>
                  <a:pt x="-1131" y="14102"/>
                  <a:pt x="577" y="10208"/>
                </a:cubicBezTo>
                <a:lnTo>
                  <a:pt x="2881" y="4866"/>
                </a:lnTo>
                <a:cubicBezTo>
                  <a:pt x="4589" y="974"/>
                  <a:pt x="9541" y="-1011"/>
                  <a:pt x="13895" y="516"/>
                </a:cubicBezTo>
                <a:cubicBezTo>
                  <a:pt x="18248" y="2043"/>
                  <a:pt x="20469" y="6470"/>
                  <a:pt x="18761" y="10362"/>
                </a:cubicBezTo>
                <a:lnTo>
                  <a:pt x="16457" y="15704"/>
                </a:lnTo>
                <a:cubicBezTo>
                  <a:pt x="15090" y="18757"/>
                  <a:pt x="11932" y="20589"/>
                  <a:pt x="8516" y="205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4" name="Freeform: Shape 411">
            <a:extLst>
              <a:ext uri="{FF2B5EF4-FFF2-40B4-BE49-F238E27FC236}">
                <a16:creationId xmlns:a16="http://schemas.microsoft.com/office/drawing/2014/main" id="{6C552EFB-5415-4C45-95AE-ED0663B3F943}"/>
              </a:ext>
            </a:extLst>
          </p:cNvPr>
          <p:cNvSpPr/>
          <p:nvPr/>
        </p:nvSpPr>
        <p:spPr>
          <a:xfrm>
            <a:off x="4133048" y="3021901"/>
            <a:ext cx="30208" cy="57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78" h="21296" extrusionOk="0">
                <a:moveTo>
                  <a:pt x="4225" y="21296"/>
                </a:moveTo>
                <a:cubicBezTo>
                  <a:pt x="3717" y="21296"/>
                  <a:pt x="3209" y="21250"/>
                  <a:pt x="2700" y="21136"/>
                </a:cubicBezTo>
                <a:cubicBezTo>
                  <a:pt x="541" y="20676"/>
                  <a:pt x="-561" y="19345"/>
                  <a:pt x="286" y="18174"/>
                </a:cubicBezTo>
                <a:lnTo>
                  <a:pt x="12314" y="1464"/>
                </a:lnTo>
                <a:cubicBezTo>
                  <a:pt x="13161" y="293"/>
                  <a:pt x="15618" y="-304"/>
                  <a:pt x="17778" y="155"/>
                </a:cubicBezTo>
                <a:cubicBezTo>
                  <a:pt x="19937" y="614"/>
                  <a:pt x="21039" y="1946"/>
                  <a:pt x="20192" y="3116"/>
                </a:cubicBezTo>
                <a:lnTo>
                  <a:pt x="8164" y="19827"/>
                </a:lnTo>
                <a:cubicBezTo>
                  <a:pt x="7528" y="20745"/>
                  <a:pt x="5919" y="21296"/>
                  <a:pt x="4225" y="212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5" name="Freeform: Shape 412">
            <a:extLst>
              <a:ext uri="{FF2B5EF4-FFF2-40B4-BE49-F238E27FC236}">
                <a16:creationId xmlns:a16="http://schemas.microsoft.com/office/drawing/2014/main" id="{35D89809-F255-7EBD-EC72-B2B1A8A26DE1}"/>
              </a:ext>
            </a:extLst>
          </p:cNvPr>
          <p:cNvSpPr/>
          <p:nvPr/>
        </p:nvSpPr>
        <p:spPr>
          <a:xfrm>
            <a:off x="4107746" y="2958368"/>
            <a:ext cx="38392" cy="79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08" h="21376" extrusionOk="0">
                <a:moveTo>
                  <a:pt x="3362" y="21376"/>
                </a:moveTo>
                <a:cubicBezTo>
                  <a:pt x="2958" y="21376"/>
                  <a:pt x="2554" y="21342"/>
                  <a:pt x="2149" y="21258"/>
                </a:cubicBezTo>
                <a:cubicBezTo>
                  <a:pt x="431" y="20920"/>
                  <a:pt x="-446" y="19939"/>
                  <a:pt x="228" y="19078"/>
                </a:cubicBezTo>
                <a:lnTo>
                  <a:pt x="14213" y="1077"/>
                </a:lnTo>
                <a:cubicBezTo>
                  <a:pt x="14887" y="216"/>
                  <a:pt x="16841" y="-224"/>
                  <a:pt x="18560" y="114"/>
                </a:cubicBezTo>
                <a:cubicBezTo>
                  <a:pt x="20278" y="452"/>
                  <a:pt x="21154" y="1433"/>
                  <a:pt x="20481" y="2294"/>
                </a:cubicBezTo>
                <a:lnTo>
                  <a:pt x="6496" y="20295"/>
                </a:lnTo>
                <a:cubicBezTo>
                  <a:pt x="5990" y="20970"/>
                  <a:pt x="4710" y="21376"/>
                  <a:pt x="3362" y="213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6" name="Freeform: Shape 413">
            <a:extLst>
              <a:ext uri="{FF2B5EF4-FFF2-40B4-BE49-F238E27FC236}">
                <a16:creationId xmlns:a16="http://schemas.microsoft.com/office/drawing/2014/main" id="{225F1952-E56F-5085-CF17-5ECADC970E58}"/>
              </a:ext>
            </a:extLst>
          </p:cNvPr>
          <p:cNvSpPr/>
          <p:nvPr/>
        </p:nvSpPr>
        <p:spPr>
          <a:xfrm>
            <a:off x="4095566" y="3046265"/>
            <a:ext cx="16278" cy="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06" h="20829" extrusionOk="0">
                <a:moveTo>
                  <a:pt x="7507" y="20829"/>
                </a:moveTo>
                <a:cubicBezTo>
                  <a:pt x="6605" y="20829"/>
                  <a:pt x="5702" y="20713"/>
                  <a:pt x="4798" y="20422"/>
                </a:cubicBezTo>
                <a:cubicBezTo>
                  <a:pt x="961" y="19258"/>
                  <a:pt x="-997" y="15880"/>
                  <a:pt x="509" y="12853"/>
                </a:cubicBezTo>
                <a:lnTo>
                  <a:pt x="5099" y="3712"/>
                </a:lnTo>
                <a:cubicBezTo>
                  <a:pt x="6605" y="743"/>
                  <a:pt x="10970" y="-771"/>
                  <a:pt x="14808" y="394"/>
                </a:cubicBezTo>
                <a:cubicBezTo>
                  <a:pt x="18645" y="1558"/>
                  <a:pt x="20603" y="4936"/>
                  <a:pt x="19097" y="7904"/>
                </a:cubicBezTo>
                <a:lnTo>
                  <a:pt x="14507" y="17045"/>
                </a:lnTo>
                <a:cubicBezTo>
                  <a:pt x="13378" y="19432"/>
                  <a:pt x="10518" y="20829"/>
                  <a:pt x="7507" y="2082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7" name="Freeform: Shape 484">
            <a:extLst>
              <a:ext uri="{FF2B5EF4-FFF2-40B4-BE49-F238E27FC236}">
                <a16:creationId xmlns:a16="http://schemas.microsoft.com/office/drawing/2014/main" id="{B8C9B286-DDA1-17E7-B236-F2A735D7F8D8}"/>
              </a:ext>
            </a:extLst>
          </p:cNvPr>
          <p:cNvSpPr/>
          <p:nvPr/>
        </p:nvSpPr>
        <p:spPr>
          <a:xfrm>
            <a:off x="7702771" y="2949390"/>
            <a:ext cx="337347" cy="3092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344" y="21600"/>
                </a:moveTo>
                <a:cubicBezTo>
                  <a:pt x="5216" y="21600"/>
                  <a:pt x="5088" y="21565"/>
                  <a:pt x="4968" y="21500"/>
                </a:cubicBezTo>
                <a:cubicBezTo>
                  <a:pt x="4700" y="21343"/>
                  <a:pt x="4536" y="21037"/>
                  <a:pt x="4544" y="20706"/>
                </a:cubicBezTo>
                <a:lnTo>
                  <a:pt x="4624" y="17455"/>
                </a:lnTo>
                <a:lnTo>
                  <a:pt x="2620" y="17455"/>
                </a:lnTo>
                <a:cubicBezTo>
                  <a:pt x="1092" y="17455"/>
                  <a:pt x="0" y="16080"/>
                  <a:pt x="0" y="14391"/>
                </a:cubicBezTo>
                <a:lnTo>
                  <a:pt x="0" y="2985"/>
                </a:lnTo>
                <a:cubicBezTo>
                  <a:pt x="0" y="1340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340"/>
                  <a:pt x="21600" y="2985"/>
                </a:cubicBezTo>
                <a:lnTo>
                  <a:pt x="21600" y="14391"/>
                </a:lnTo>
                <a:cubicBezTo>
                  <a:pt x="21600" y="16080"/>
                  <a:pt x="20204" y="17455"/>
                  <a:pt x="18676" y="17455"/>
                </a:cubicBezTo>
                <a:lnTo>
                  <a:pt x="10904" y="17455"/>
                </a:lnTo>
                <a:lnTo>
                  <a:pt x="5812" y="21439"/>
                </a:lnTo>
                <a:cubicBezTo>
                  <a:pt x="5672" y="21548"/>
                  <a:pt x="5508" y="21600"/>
                  <a:pt x="5344" y="21600"/>
                </a:cubicBezTo>
                <a:close/>
                <a:moveTo>
                  <a:pt x="2616" y="1745"/>
                </a:moveTo>
                <a:cubicBezTo>
                  <a:pt x="1960" y="1745"/>
                  <a:pt x="1596" y="2291"/>
                  <a:pt x="1596" y="2985"/>
                </a:cubicBezTo>
                <a:lnTo>
                  <a:pt x="1596" y="14391"/>
                </a:lnTo>
                <a:cubicBezTo>
                  <a:pt x="1596" y="15107"/>
                  <a:pt x="1980" y="15709"/>
                  <a:pt x="2616" y="15709"/>
                </a:cubicBezTo>
                <a:lnTo>
                  <a:pt x="5444" y="15709"/>
                </a:lnTo>
                <a:cubicBezTo>
                  <a:pt x="5660" y="15709"/>
                  <a:pt x="5868" y="15805"/>
                  <a:pt x="6016" y="15971"/>
                </a:cubicBezTo>
                <a:cubicBezTo>
                  <a:pt x="6168" y="16141"/>
                  <a:pt x="6248" y="16368"/>
                  <a:pt x="6244" y="16604"/>
                </a:cubicBezTo>
                <a:lnTo>
                  <a:pt x="6188" y="18995"/>
                </a:lnTo>
                <a:lnTo>
                  <a:pt x="10180" y="15875"/>
                </a:lnTo>
                <a:cubicBezTo>
                  <a:pt x="10316" y="15770"/>
                  <a:pt x="10480" y="15709"/>
                  <a:pt x="10644" y="15709"/>
                </a:cubicBezTo>
                <a:lnTo>
                  <a:pt x="18672" y="15709"/>
                </a:lnTo>
                <a:cubicBezTo>
                  <a:pt x="19308" y="15709"/>
                  <a:pt x="19996" y="15107"/>
                  <a:pt x="19996" y="14391"/>
                </a:cubicBezTo>
                <a:lnTo>
                  <a:pt x="19996" y="2985"/>
                </a:lnTo>
                <a:cubicBezTo>
                  <a:pt x="19996" y="2291"/>
                  <a:pt x="19328" y="1745"/>
                  <a:pt x="18672" y="1745"/>
                </a:cubicBezTo>
                <a:lnTo>
                  <a:pt x="2616" y="1745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8" name="Freeform: Shape 485">
            <a:extLst>
              <a:ext uri="{FF2B5EF4-FFF2-40B4-BE49-F238E27FC236}">
                <a16:creationId xmlns:a16="http://schemas.microsoft.com/office/drawing/2014/main" id="{74984C95-85BD-4D6B-B474-5B1B245A77E8}"/>
              </a:ext>
            </a:extLst>
          </p:cNvPr>
          <p:cNvSpPr/>
          <p:nvPr/>
        </p:nvSpPr>
        <p:spPr>
          <a:xfrm>
            <a:off x="7634052" y="2855745"/>
            <a:ext cx="337347" cy="239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8" y="21600"/>
                </a:moveTo>
                <a:cubicBezTo>
                  <a:pt x="1080" y="21600"/>
                  <a:pt x="968" y="21504"/>
                  <a:pt x="816" y="21319"/>
                </a:cubicBezTo>
                <a:cubicBezTo>
                  <a:pt x="232" y="20588"/>
                  <a:pt x="0" y="19631"/>
                  <a:pt x="0" y="18551"/>
                </a:cubicBezTo>
                <a:lnTo>
                  <a:pt x="0" y="3847"/>
                </a:lnTo>
                <a:cubicBezTo>
                  <a:pt x="0" y="1727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727"/>
                  <a:pt x="21600" y="3847"/>
                </a:cubicBezTo>
                <a:lnTo>
                  <a:pt x="21600" y="4500"/>
                </a:lnTo>
                <a:cubicBezTo>
                  <a:pt x="21600" y="5119"/>
                  <a:pt x="21240" y="5625"/>
                  <a:pt x="20800" y="5625"/>
                </a:cubicBezTo>
                <a:cubicBezTo>
                  <a:pt x="20360" y="5625"/>
                  <a:pt x="20000" y="5119"/>
                  <a:pt x="20000" y="4500"/>
                </a:cubicBezTo>
                <a:lnTo>
                  <a:pt x="20000" y="3847"/>
                </a:lnTo>
                <a:cubicBezTo>
                  <a:pt x="20000" y="2953"/>
                  <a:pt x="19332" y="2250"/>
                  <a:pt x="18676" y="2250"/>
                </a:cubicBezTo>
                <a:lnTo>
                  <a:pt x="2620" y="2250"/>
                </a:lnTo>
                <a:cubicBezTo>
                  <a:pt x="1964" y="2250"/>
                  <a:pt x="1600" y="2953"/>
                  <a:pt x="1600" y="3847"/>
                </a:cubicBezTo>
                <a:lnTo>
                  <a:pt x="1600" y="18551"/>
                </a:lnTo>
                <a:cubicBezTo>
                  <a:pt x="1600" y="18984"/>
                  <a:pt x="1640" y="19333"/>
                  <a:pt x="1880" y="19631"/>
                </a:cubicBezTo>
                <a:cubicBezTo>
                  <a:pt x="2212" y="20042"/>
                  <a:pt x="2204" y="20756"/>
                  <a:pt x="1912" y="21217"/>
                </a:cubicBezTo>
                <a:cubicBezTo>
                  <a:pt x="1748" y="21471"/>
                  <a:pt x="1488" y="21600"/>
                  <a:pt x="1268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9" name="Freeform: Shape 486">
            <a:extLst>
              <a:ext uri="{FF2B5EF4-FFF2-40B4-BE49-F238E27FC236}">
                <a16:creationId xmlns:a16="http://schemas.microsoft.com/office/drawing/2014/main" id="{690FE287-F446-1CBE-8764-10C4A8D51E5E}"/>
              </a:ext>
            </a:extLst>
          </p:cNvPr>
          <p:cNvSpPr/>
          <p:nvPr/>
        </p:nvSpPr>
        <p:spPr>
          <a:xfrm>
            <a:off x="7769053" y="3018005"/>
            <a:ext cx="6247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0" name="Freeform: Shape 487">
            <a:extLst>
              <a:ext uri="{FF2B5EF4-FFF2-40B4-BE49-F238E27FC236}">
                <a16:creationId xmlns:a16="http://schemas.microsoft.com/office/drawing/2014/main" id="{F7B866F8-8F35-655A-6176-FFB2E2F61B9D}"/>
              </a:ext>
            </a:extLst>
          </p:cNvPr>
          <p:cNvSpPr/>
          <p:nvPr/>
        </p:nvSpPr>
        <p:spPr>
          <a:xfrm>
            <a:off x="7844018" y="3018005"/>
            <a:ext cx="74968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1" name="Freeform: Shape 488">
            <a:extLst>
              <a:ext uri="{FF2B5EF4-FFF2-40B4-BE49-F238E27FC236}">
                <a16:creationId xmlns:a16="http://schemas.microsoft.com/office/drawing/2014/main" id="{469102FC-2738-08C7-D7C7-AE3AC52290AC}"/>
              </a:ext>
            </a:extLst>
          </p:cNvPr>
          <p:cNvSpPr/>
          <p:nvPr/>
        </p:nvSpPr>
        <p:spPr>
          <a:xfrm>
            <a:off x="7931478" y="3018005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2" name="Freeform: Shape 489">
            <a:extLst>
              <a:ext uri="{FF2B5EF4-FFF2-40B4-BE49-F238E27FC236}">
                <a16:creationId xmlns:a16="http://schemas.microsoft.com/office/drawing/2014/main" id="{5F317C18-8BDB-8CF0-03D3-04670EB8B9A7}"/>
              </a:ext>
            </a:extLst>
          </p:cNvPr>
          <p:cNvSpPr/>
          <p:nvPr/>
        </p:nvSpPr>
        <p:spPr>
          <a:xfrm>
            <a:off x="7769053" y="3049241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3" name="Freeform: Shape 490">
            <a:extLst>
              <a:ext uri="{FF2B5EF4-FFF2-40B4-BE49-F238E27FC236}">
                <a16:creationId xmlns:a16="http://schemas.microsoft.com/office/drawing/2014/main" id="{B10A0CCA-E182-E6F4-AA45-524E22D60403}"/>
              </a:ext>
            </a:extLst>
          </p:cNvPr>
          <p:cNvSpPr/>
          <p:nvPr/>
        </p:nvSpPr>
        <p:spPr>
          <a:xfrm>
            <a:off x="7819029" y="3049241"/>
            <a:ext cx="6247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4" name="Freeform: Shape 491">
            <a:extLst>
              <a:ext uri="{FF2B5EF4-FFF2-40B4-BE49-F238E27FC236}">
                <a16:creationId xmlns:a16="http://schemas.microsoft.com/office/drawing/2014/main" id="{F07476DF-E2E6-5CE0-9BD4-EA38B80B4C37}"/>
              </a:ext>
            </a:extLst>
          </p:cNvPr>
          <p:cNvSpPr/>
          <p:nvPr/>
        </p:nvSpPr>
        <p:spPr>
          <a:xfrm>
            <a:off x="7893995" y="3049241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5" name="Freeform: Shape 492">
            <a:extLst>
              <a:ext uri="{FF2B5EF4-FFF2-40B4-BE49-F238E27FC236}">
                <a16:creationId xmlns:a16="http://schemas.microsoft.com/office/drawing/2014/main" id="{780F48DF-33A0-0B8B-1B10-2C1690E5CAEF}"/>
              </a:ext>
            </a:extLst>
          </p:cNvPr>
          <p:cNvSpPr/>
          <p:nvPr/>
        </p:nvSpPr>
        <p:spPr>
          <a:xfrm>
            <a:off x="7769053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6" name="Freeform: Shape 493">
            <a:extLst>
              <a:ext uri="{FF2B5EF4-FFF2-40B4-BE49-F238E27FC236}">
                <a16:creationId xmlns:a16="http://schemas.microsoft.com/office/drawing/2014/main" id="{98967FDC-C00A-1D92-795C-0B4373AA143D}"/>
              </a:ext>
            </a:extLst>
          </p:cNvPr>
          <p:cNvSpPr/>
          <p:nvPr/>
        </p:nvSpPr>
        <p:spPr>
          <a:xfrm>
            <a:off x="7856512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7" name="Freeform: Shape 494">
            <a:extLst>
              <a:ext uri="{FF2B5EF4-FFF2-40B4-BE49-F238E27FC236}">
                <a16:creationId xmlns:a16="http://schemas.microsoft.com/office/drawing/2014/main" id="{7B09731D-D63D-2138-9C61-93243E96C883}"/>
              </a:ext>
            </a:extLst>
          </p:cNvPr>
          <p:cNvSpPr/>
          <p:nvPr/>
        </p:nvSpPr>
        <p:spPr>
          <a:xfrm>
            <a:off x="7943971" y="3086724"/>
            <a:ext cx="2499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00" y="21600"/>
                </a:moveTo>
                <a:lnTo>
                  <a:pt x="5400" y="21600"/>
                </a:lnTo>
                <a:cubicBezTo>
                  <a:pt x="2431" y="21600"/>
                  <a:pt x="0" y="16739"/>
                  <a:pt x="0" y="10800"/>
                </a:cubicBezTo>
                <a:cubicBezTo>
                  <a:pt x="0" y="4861"/>
                  <a:pt x="2431" y="0"/>
                  <a:pt x="5400" y="0"/>
                </a:cubicBezTo>
                <a:lnTo>
                  <a:pt x="16200" y="0"/>
                </a:lnTo>
                <a:cubicBezTo>
                  <a:pt x="19169" y="0"/>
                  <a:pt x="21600" y="4861"/>
                  <a:pt x="21600" y="10800"/>
                </a:cubicBezTo>
                <a:cubicBezTo>
                  <a:pt x="21600" y="16739"/>
                  <a:pt x="19169" y="21600"/>
                  <a:pt x="16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8" name="Freeform: Shape 495">
            <a:extLst>
              <a:ext uri="{FF2B5EF4-FFF2-40B4-BE49-F238E27FC236}">
                <a16:creationId xmlns:a16="http://schemas.microsoft.com/office/drawing/2014/main" id="{01ACAFD0-51F2-B78B-D8EA-93268CB5A273}"/>
              </a:ext>
            </a:extLst>
          </p:cNvPr>
          <p:cNvSpPr/>
          <p:nvPr/>
        </p:nvSpPr>
        <p:spPr>
          <a:xfrm>
            <a:off x="7769053" y="3117958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9" name="Freeform: Shape 496">
            <a:extLst>
              <a:ext uri="{FF2B5EF4-FFF2-40B4-BE49-F238E27FC236}">
                <a16:creationId xmlns:a16="http://schemas.microsoft.com/office/drawing/2014/main" id="{77936040-5F89-25D7-ACD5-F2E78EF3BDA0}"/>
              </a:ext>
            </a:extLst>
          </p:cNvPr>
          <p:cNvSpPr/>
          <p:nvPr/>
        </p:nvSpPr>
        <p:spPr>
          <a:xfrm>
            <a:off x="7819029" y="3117958"/>
            <a:ext cx="56227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00" y="21600"/>
                </a:moveTo>
                <a:lnTo>
                  <a:pt x="2400" y="21600"/>
                </a:lnTo>
                <a:cubicBezTo>
                  <a:pt x="1080" y="21600"/>
                  <a:pt x="0" y="16739"/>
                  <a:pt x="0" y="10800"/>
                </a:cubicBezTo>
                <a:cubicBezTo>
                  <a:pt x="0" y="4861"/>
                  <a:pt x="1080" y="0"/>
                  <a:pt x="2400" y="0"/>
                </a:cubicBezTo>
                <a:lnTo>
                  <a:pt x="19200" y="0"/>
                </a:lnTo>
                <a:cubicBezTo>
                  <a:pt x="20520" y="0"/>
                  <a:pt x="21600" y="4861"/>
                  <a:pt x="21600" y="10800"/>
                </a:cubicBezTo>
                <a:cubicBezTo>
                  <a:pt x="21600" y="16739"/>
                  <a:pt x="20520" y="21600"/>
                  <a:pt x="19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0" name="Freeform: Shape 572">
            <a:extLst>
              <a:ext uri="{FF2B5EF4-FFF2-40B4-BE49-F238E27FC236}">
                <a16:creationId xmlns:a16="http://schemas.microsoft.com/office/drawing/2014/main" id="{58392954-A9D6-9FCD-4A57-A889945C47DD}"/>
              </a:ext>
            </a:extLst>
          </p:cNvPr>
          <p:cNvSpPr/>
          <p:nvPr/>
        </p:nvSpPr>
        <p:spPr>
          <a:xfrm>
            <a:off x="5810670" y="2921888"/>
            <a:ext cx="342376" cy="3424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63" h="21600" extrusionOk="0">
                <a:moveTo>
                  <a:pt x="7612" y="21600"/>
                </a:moveTo>
                <a:cubicBezTo>
                  <a:pt x="5643" y="21600"/>
                  <a:pt x="3793" y="20780"/>
                  <a:pt x="2398" y="19287"/>
                </a:cubicBezTo>
                <a:lnTo>
                  <a:pt x="2155" y="19027"/>
                </a:lnTo>
                <a:cubicBezTo>
                  <a:pt x="-718" y="15950"/>
                  <a:pt x="-718" y="10942"/>
                  <a:pt x="2155" y="7865"/>
                </a:cubicBezTo>
                <a:lnTo>
                  <a:pt x="7339" y="2313"/>
                </a:lnTo>
                <a:cubicBezTo>
                  <a:pt x="8730" y="823"/>
                  <a:pt x="10581" y="0"/>
                  <a:pt x="12552" y="0"/>
                </a:cubicBezTo>
                <a:cubicBezTo>
                  <a:pt x="14521" y="0"/>
                  <a:pt x="16371" y="820"/>
                  <a:pt x="17766" y="2313"/>
                </a:cubicBezTo>
                <a:lnTo>
                  <a:pt x="18009" y="2573"/>
                </a:lnTo>
                <a:cubicBezTo>
                  <a:pt x="20882" y="5650"/>
                  <a:pt x="20882" y="10658"/>
                  <a:pt x="18009" y="13735"/>
                </a:cubicBezTo>
                <a:lnTo>
                  <a:pt x="12825" y="19287"/>
                </a:lnTo>
                <a:cubicBezTo>
                  <a:pt x="11434" y="20777"/>
                  <a:pt x="9583" y="21600"/>
                  <a:pt x="7612" y="21600"/>
                </a:cubicBezTo>
                <a:close/>
                <a:moveTo>
                  <a:pt x="12556" y="1576"/>
                </a:moveTo>
                <a:cubicBezTo>
                  <a:pt x="10982" y="1576"/>
                  <a:pt x="9499" y="2234"/>
                  <a:pt x="8384" y="3428"/>
                </a:cubicBezTo>
                <a:lnTo>
                  <a:pt x="3200" y="8980"/>
                </a:lnTo>
                <a:cubicBezTo>
                  <a:pt x="901" y="11442"/>
                  <a:pt x="901" y="15453"/>
                  <a:pt x="3200" y="17916"/>
                </a:cubicBezTo>
                <a:lnTo>
                  <a:pt x="3443" y="18176"/>
                </a:lnTo>
                <a:cubicBezTo>
                  <a:pt x="4558" y="19370"/>
                  <a:pt x="6041" y="20028"/>
                  <a:pt x="7615" y="20028"/>
                </a:cubicBezTo>
                <a:cubicBezTo>
                  <a:pt x="9190" y="20028"/>
                  <a:pt x="10673" y="19370"/>
                  <a:pt x="11787" y="18176"/>
                </a:cubicBezTo>
                <a:lnTo>
                  <a:pt x="16971" y="12624"/>
                </a:lnTo>
                <a:cubicBezTo>
                  <a:pt x="19271" y="10162"/>
                  <a:pt x="19271" y="6151"/>
                  <a:pt x="16971" y="3688"/>
                </a:cubicBezTo>
                <a:lnTo>
                  <a:pt x="16728" y="3428"/>
                </a:lnTo>
                <a:cubicBezTo>
                  <a:pt x="15614" y="2230"/>
                  <a:pt x="14131" y="1576"/>
                  <a:pt x="12556" y="15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1" name="Freeform: Shape 573">
            <a:extLst>
              <a:ext uri="{FF2B5EF4-FFF2-40B4-BE49-F238E27FC236}">
                <a16:creationId xmlns:a16="http://schemas.microsoft.com/office/drawing/2014/main" id="{258A987A-BDA9-3649-92AB-536DC540F608}"/>
              </a:ext>
            </a:extLst>
          </p:cNvPr>
          <p:cNvSpPr/>
          <p:nvPr/>
        </p:nvSpPr>
        <p:spPr>
          <a:xfrm>
            <a:off x="5849358" y="3046753"/>
            <a:ext cx="63207" cy="1296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567" h="21499" extrusionOk="0">
                <a:moveTo>
                  <a:pt x="5588" y="21499"/>
                </a:moveTo>
                <a:cubicBezTo>
                  <a:pt x="5000" y="21499"/>
                  <a:pt x="4432" y="21344"/>
                  <a:pt x="4083" y="21054"/>
                </a:cubicBezTo>
                <a:cubicBezTo>
                  <a:pt x="-2854" y="15397"/>
                  <a:pt x="-927" y="9347"/>
                  <a:pt x="9680" y="3556"/>
                </a:cubicBezTo>
                <a:lnTo>
                  <a:pt x="15442" y="303"/>
                </a:lnTo>
                <a:cubicBezTo>
                  <a:pt x="16158" y="-101"/>
                  <a:pt x="17314" y="-101"/>
                  <a:pt x="18030" y="303"/>
                </a:cubicBezTo>
                <a:cubicBezTo>
                  <a:pt x="18746" y="707"/>
                  <a:pt x="18746" y="1360"/>
                  <a:pt x="18030" y="1764"/>
                </a:cubicBezTo>
                <a:lnTo>
                  <a:pt x="12249" y="5027"/>
                </a:lnTo>
                <a:cubicBezTo>
                  <a:pt x="2963" y="10103"/>
                  <a:pt x="1238" y="15097"/>
                  <a:pt x="7093" y="19873"/>
                </a:cubicBezTo>
                <a:cubicBezTo>
                  <a:pt x="7662" y="20339"/>
                  <a:pt x="7460" y="20991"/>
                  <a:pt x="6634" y="21313"/>
                </a:cubicBezTo>
                <a:cubicBezTo>
                  <a:pt x="6303" y="21437"/>
                  <a:pt x="5936" y="21499"/>
                  <a:pt x="5588" y="2149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2" name="Freeform: Shape 574">
            <a:extLst>
              <a:ext uri="{FF2B5EF4-FFF2-40B4-BE49-F238E27FC236}">
                <a16:creationId xmlns:a16="http://schemas.microsoft.com/office/drawing/2014/main" id="{B02A4A02-2B43-D767-D8BC-97790010D455}"/>
              </a:ext>
            </a:extLst>
          </p:cNvPr>
          <p:cNvSpPr/>
          <p:nvPr/>
        </p:nvSpPr>
        <p:spPr>
          <a:xfrm>
            <a:off x="5874048" y="3179255"/>
            <a:ext cx="15402" cy="153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16" h="20777" extrusionOk="0">
                <a:moveTo>
                  <a:pt x="11957" y="20777"/>
                </a:moveTo>
                <a:cubicBezTo>
                  <a:pt x="9845" y="20777"/>
                  <a:pt x="7814" y="19933"/>
                  <a:pt x="6192" y="18330"/>
                </a:cubicBezTo>
                <a:lnTo>
                  <a:pt x="2375" y="14364"/>
                </a:lnTo>
                <a:cubicBezTo>
                  <a:pt x="-792" y="11073"/>
                  <a:pt x="-792" y="5757"/>
                  <a:pt x="2375" y="2468"/>
                </a:cubicBezTo>
                <a:cubicBezTo>
                  <a:pt x="5541" y="-823"/>
                  <a:pt x="10657" y="-823"/>
                  <a:pt x="13824" y="2468"/>
                </a:cubicBezTo>
                <a:lnTo>
                  <a:pt x="17641" y="6434"/>
                </a:lnTo>
                <a:cubicBezTo>
                  <a:pt x="20808" y="9722"/>
                  <a:pt x="20808" y="15039"/>
                  <a:pt x="17641" y="18330"/>
                </a:cubicBezTo>
                <a:cubicBezTo>
                  <a:pt x="16179" y="19933"/>
                  <a:pt x="14067" y="20777"/>
                  <a:pt x="11957" y="2077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3" name="Freeform: Shape 575">
            <a:extLst>
              <a:ext uri="{FF2B5EF4-FFF2-40B4-BE49-F238E27FC236}">
                <a16:creationId xmlns:a16="http://schemas.microsoft.com/office/drawing/2014/main" id="{7301A8EC-B91D-F7F0-50A7-379BD06BDE0D}"/>
              </a:ext>
            </a:extLst>
          </p:cNvPr>
          <p:cNvSpPr/>
          <p:nvPr/>
        </p:nvSpPr>
        <p:spPr>
          <a:xfrm>
            <a:off x="5923816" y="2975327"/>
            <a:ext cx="175945" cy="175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90" h="21498" extrusionOk="0">
                <a:moveTo>
                  <a:pt x="20625" y="21498"/>
                </a:moveTo>
                <a:cubicBezTo>
                  <a:pt x="20511" y="21498"/>
                  <a:pt x="20389" y="21468"/>
                  <a:pt x="20283" y="21414"/>
                </a:cubicBezTo>
                <a:cubicBezTo>
                  <a:pt x="5435" y="13820"/>
                  <a:pt x="270" y="1570"/>
                  <a:pt x="58" y="1058"/>
                </a:cubicBezTo>
                <a:cubicBezTo>
                  <a:pt x="-102" y="669"/>
                  <a:pt x="80" y="226"/>
                  <a:pt x="468" y="58"/>
                </a:cubicBezTo>
                <a:cubicBezTo>
                  <a:pt x="855" y="-102"/>
                  <a:pt x="1295" y="81"/>
                  <a:pt x="1463" y="470"/>
                </a:cubicBezTo>
                <a:cubicBezTo>
                  <a:pt x="1516" y="593"/>
                  <a:pt x="6650" y="12721"/>
                  <a:pt x="20974" y="20055"/>
                </a:cubicBezTo>
                <a:cubicBezTo>
                  <a:pt x="21346" y="20246"/>
                  <a:pt x="21498" y="20704"/>
                  <a:pt x="21308" y="21086"/>
                </a:cubicBezTo>
                <a:cubicBezTo>
                  <a:pt x="21164" y="21345"/>
                  <a:pt x="20898" y="21498"/>
                  <a:pt x="20625" y="2149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4" name="Freeform: Shape 576">
            <a:extLst>
              <a:ext uri="{FF2B5EF4-FFF2-40B4-BE49-F238E27FC236}">
                <a16:creationId xmlns:a16="http://schemas.microsoft.com/office/drawing/2014/main" id="{D14C1E6A-87C1-23D2-FF4F-DB238304F14F}"/>
              </a:ext>
            </a:extLst>
          </p:cNvPr>
          <p:cNvSpPr/>
          <p:nvPr/>
        </p:nvSpPr>
        <p:spPr>
          <a:xfrm>
            <a:off x="6017607" y="3018391"/>
            <a:ext cx="34580" cy="345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65" h="21226" extrusionOk="0">
                <a:moveTo>
                  <a:pt x="3779" y="21226"/>
                </a:moveTo>
                <a:cubicBezTo>
                  <a:pt x="2798" y="21226"/>
                  <a:pt x="1856" y="20842"/>
                  <a:pt x="1102" y="20113"/>
                </a:cubicBezTo>
                <a:cubicBezTo>
                  <a:pt x="-368" y="18618"/>
                  <a:pt x="-368" y="16200"/>
                  <a:pt x="1102" y="14704"/>
                </a:cubicBezTo>
                <a:lnTo>
                  <a:pt x="14447" y="1123"/>
                </a:lnTo>
                <a:cubicBezTo>
                  <a:pt x="15917" y="-374"/>
                  <a:pt x="18292" y="-374"/>
                  <a:pt x="19762" y="1123"/>
                </a:cubicBezTo>
                <a:cubicBezTo>
                  <a:pt x="21232" y="2618"/>
                  <a:pt x="21232" y="5035"/>
                  <a:pt x="19762" y="6532"/>
                </a:cubicBezTo>
                <a:lnTo>
                  <a:pt x="6417" y="20113"/>
                </a:lnTo>
                <a:cubicBezTo>
                  <a:pt x="5701" y="20881"/>
                  <a:pt x="4758" y="21226"/>
                  <a:pt x="3779" y="2122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5" name="Freeform: Shape 577">
            <a:extLst>
              <a:ext uri="{FF2B5EF4-FFF2-40B4-BE49-F238E27FC236}">
                <a16:creationId xmlns:a16="http://schemas.microsoft.com/office/drawing/2014/main" id="{1E02D270-4785-0E0E-2962-B99C299D3C52}"/>
              </a:ext>
            </a:extLst>
          </p:cNvPr>
          <p:cNvSpPr/>
          <p:nvPr/>
        </p:nvSpPr>
        <p:spPr>
          <a:xfrm>
            <a:off x="6098912" y="2852011"/>
            <a:ext cx="115780" cy="1359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93" h="21380" extrusionOk="0">
                <a:moveTo>
                  <a:pt x="2251" y="21380"/>
                </a:moveTo>
                <a:cubicBezTo>
                  <a:pt x="1090" y="21380"/>
                  <a:pt x="98" y="20594"/>
                  <a:pt x="8" y="19572"/>
                </a:cubicBezTo>
                <a:cubicBezTo>
                  <a:pt x="-14" y="19316"/>
                  <a:pt x="-454" y="13184"/>
                  <a:pt x="9478" y="8929"/>
                </a:cubicBezTo>
                <a:cubicBezTo>
                  <a:pt x="14709" y="6688"/>
                  <a:pt x="16456" y="1480"/>
                  <a:pt x="16467" y="1431"/>
                </a:cubicBezTo>
                <a:cubicBezTo>
                  <a:pt x="16806" y="389"/>
                  <a:pt x="18057" y="-220"/>
                  <a:pt x="19252" y="75"/>
                </a:cubicBezTo>
                <a:cubicBezTo>
                  <a:pt x="20447" y="370"/>
                  <a:pt x="21146" y="1460"/>
                  <a:pt x="20808" y="2502"/>
                </a:cubicBezTo>
                <a:cubicBezTo>
                  <a:pt x="20718" y="2787"/>
                  <a:pt x="18485" y="9450"/>
                  <a:pt x="11473" y="12457"/>
                </a:cubicBezTo>
                <a:cubicBezTo>
                  <a:pt x="4371" y="15503"/>
                  <a:pt x="4506" y="19228"/>
                  <a:pt x="4506" y="19267"/>
                </a:cubicBezTo>
                <a:cubicBezTo>
                  <a:pt x="4608" y="20348"/>
                  <a:pt x="3672" y="21292"/>
                  <a:pt x="2432" y="21380"/>
                </a:cubicBezTo>
                <a:cubicBezTo>
                  <a:pt x="2376" y="21380"/>
                  <a:pt x="2319" y="21380"/>
                  <a:pt x="2251" y="2138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6" name="Freeform: Shape 639">
            <a:extLst>
              <a:ext uri="{FF2B5EF4-FFF2-40B4-BE49-F238E27FC236}">
                <a16:creationId xmlns:a16="http://schemas.microsoft.com/office/drawing/2014/main" id="{18AE6733-F34F-FAC5-1941-537B5CAFFE4D}"/>
              </a:ext>
            </a:extLst>
          </p:cNvPr>
          <p:cNvSpPr/>
          <p:nvPr/>
        </p:nvSpPr>
        <p:spPr>
          <a:xfrm>
            <a:off x="9748189" y="2912350"/>
            <a:ext cx="26784" cy="162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78" h="20751" extrusionOk="0">
                <a:moveTo>
                  <a:pt x="4769" y="20751"/>
                </a:moveTo>
                <a:cubicBezTo>
                  <a:pt x="2657" y="20751"/>
                  <a:pt x="689" y="18439"/>
                  <a:pt x="161" y="14854"/>
                </a:cubicBezTo>
                <a:cubicBezTo>
                  <a:pt x="-511" y="10629"/>
                  <a:pt x="978" y="6244"/>
                  <a:pt x="3569" y="5128"/>
                </a:cubicBezTo>
                <a:lnTo>
                  <a:pt x="14561" y="267"/>
                </a:lnTo>
                <a:cubicBezTo>
                  <a:pt x="17106" y="-849"/>
                  <a:pt x="19745" y="1623"/>
                  <a:pt x="20417" y="5928"/>
                </a:cubicBezTo>
                <a:cubicBezTo>
                  <a:pt x="21089" y="10150"/>
                  <a:pt x="19602" y="14535"/>
                  <a:pt x="17009" y="15651"/>
                </a:cubicBezTo>
                <a:lnTo>
                  <a:pt x="6017" y="20513"/>
                </a:lnTo>
                <a:cubicBezTo>
                  <a:pt x="5585" y="20671"/>
                  <a:pt x="5201" y="20751"/>
                  <a:pt x="4769" y="20751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7" name="Freeform: Shape 640">
            <a:extLst>
              <a:ext uri="{FF2B5EF4-FFF2-40B4-BE49-F238E27FC236}">
                <a16:creationId xmlns:a16="http://schemas.microsoft.com/office/drawing/2014/main" id="{5B5B15B6-DB5A-7210-9ED4-B59210DAE03A}"/>
              </a:ext>
            </a:extLst>
          </p:cNvPr>
          <p:cNvSpPr/>
          <p:nvPr/>
        </p:nvSpPr>
        <p:spPr>
          <a:xfrm>
            <a:off x="9617623" y="2923388"/>
            <a:ext cx="115992" cy="402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5" h="21227" extrusionOk="0">
                <a:moveTo>
                  <a:pt x="1143" y="21227"/>
                </a:moveTo>
                <a:cubicBezTo>
                  <a:pt x="637" y="21227"/>
                  <a:pt x="166" y="20271"/>
                  <a:pt x="39" y="18787"/>
                </a:cubicBezTo>
                <a:cubicBezTo>
                  <a:pt x="-122" y="17039"/>
                  <a:pt x="235" y="15225"/>
                  <a:pt x="856" y="14763"/>
                </a:cubicBezTo>
                <a:lnTo>
                  <a:pt x="19914" y="122"/>
                </a:lnTo>
                <a:cubicBezTo>
                  <a:pt x="20535" y="-373"/>
                  <a:pt x="21156" y="682"/>
                  <a:pt x="21317" y="2462"/>
                </a:cubicBezTo>
                <a:cubicBezTo>
                  <a:pt x="21478" y="4210"/>
                  <a:pt x="21121" y="6024"/>
                  <a:pt x="20500" y="6486"/>
                </a:cubicBezTo>
                <a:lnTo>
                  <a:pt x="1442" y="21128"/>
                </a:lnTo>
                <a:cubicBezTo>
                  <a:pt x="1339" y="21194"/>
                  <a:pt x="1247" y="21227"/>
                  <a:pt x="1143" y="2122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8" name="Freeform: Shape 641">
            <a:extLst>
              <a:ext uri="{FF2B5EF4-FFF2-40B4-BE49-F238E27FC236}">
                <a16:creationId xmlns:a16="http://schemas.microsoft.com/office/drawing/2014/main" id="{EC58849E-F382-F79C-E802-55B2BDEEADE3}"/>
              </a:ext>
            </a:extLst>
          </p:cNvPr>
          <p:cNvSpPr/>
          <p:nvPr/>
        </p:nvSpPr>
        <p:spPr>
          <a:xfrm>
            <a:off x="9460121" y="2852590"/>
            <a:ext cx="407412" cy="406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47" h="21377" extrusionOk="0">
                <a:moveTo>
                  <a:pt x="4247" y="21377"/>
                </a:moveTo>
                <a:cubicBezTo>
                  <a:pt x="3834" y="21377"/>
                  <a:pt x="3444" y="21183"/>
                  <a:pt x="3054" y="20783"/>
                </a:cubicBezTo>
                <a:lnTo>
                  <a:pt x="606" y="18268"/>
                </a:lnTo>
                <a:cubicBezTo>
                  <a:pt x="-609" y="17024"/>
                  <a:pt x="305" y="16085"/>
                  <a:pt x="743" y="15635"/>
                </a:cubicBezTo>
                <a:cubicBezTo>
                  <a:pt x="3700" y="12736"/>
                  <a:pt x="5100" y="11360"/>
                  <a:pt x="5772" y="10707"/>
                </a:cubicBezTo>
                <a:lnTo>
                  <a:pt x="3061" y="8914"/>
                </a:lnTo>
                <a:cubicBezTo>
                  <a:pt x="2127" y="8395"/>
                  <a:pt x="1638" y="7463"/>
                  <a:pt x="1753" y="6419"/>
                </a:cubicBezTo>
                <a:cubicBezTo>
                  <a:pt x="1894" y="5152"/>
                  <a:pt x="2907" y="4045"/>
                  <a:pt x="4275" y="3668"/>
                </a:cubicBezTo>
                <a:lnTo>
                  <a:pt x="17024" y="161"/>
                </a:lnTo>
                <a:cubicBezTo>
                  <a:pt x="18415" y="-223"/>
                  <a:pt x="19645" y="92"/>
                  <a:pt x="20313" y="989"/>
                </a:cubicBezTo>
                <a:cubicBezTo>
                  <a:pt x="20860" y="1717"/>
                  <a:pt x="20991" y="2761"/>
                  <a:pt x="20687" y="3924"/>
                </a:cubicBezTo>
                <a:lnTo>
                  <a:pt x="17270" y="17017"/>
                </a:lnTo>
                <a:cubicBezTo>
                  <a:pt x="16829" y="18704"/>
                  <a:pt x="15378" y="19473"/>
                  <a:pt x="14211" y="19473"/>
                </a:cubicBezTo>
                <a:cubicBezTo>
                  <a:pt x="13258" y="19473"/>
                  <a:pt x="12465" y="18990"/>
                  <a:pt x="12136" y="18212"/>
                </a:cubicBezTo>
                <a:lnTo>
                  <a:pt x="10749" y="15477"/>
                </a:lnTo>
                <a:cubicBezTo>
                  <a:pt x="10055" y="16176"/>
                  <a:pt x="8620" y="17624"/>
                  <a:pt x="5631" y="20632"/>
                </a:cubicBezTo>
                <a:cubicBezTo>
                  <a:pt x="5295" y="20976"/>
                  <a:pt x="4829" y="21377"/>
                  <a:pt x="4247" y="21377"/>
                </a:cubicBezTo>
                <a:close/>
                <a:moveTo>
                  <a:pt x="1277" y="17033"/>
                </a:moveTo>
                <a:cubicBezTo>
                  <a:pt x="1280" y="17033"/>
                  <a:pt x="1306" y="17129"/>
                  <a:pt x="1510" y="17339"/>
                </a:cubicBezTo>
                <a:lnTo>
                  <a:pt x="3959" y="19854"/>
                </a:lnTo>
                <a:cubicBezTo>
                  <a:pt x="4160" y="20060"/>
                  <a:pt x="4247" y="20064"/>
                  <a:pt x="4247" y="20064"/>
                </a:cubicBezTo>
                <a:cubicBezTo>
                  <a:pt x="4260" y="20064"/>
                  <a:pt x="4384" y="20054"/>
                  <a:pt x="4730" y="19699"/>
                </a:cubicBezTo>
                <a:cubicBezTo>
                  <a:pt x="6264" y="18156"/>
                  <a:pt x="10253" y="14141"/>
                  <a:pt x="10448" y="13937"/>
                </a:cubicBezTo>
                <a:cubicBezTo>
                  <a:pt x="10586" y="13786"/>
                  <a:pt x="10781" y="13711"/>
                  <a:pt x="10982" y="13734"/>
                </a:cubicBezTo>
                <a:cubicBezTo>
                  <a:pt x="11196" y="13757"/>
                  <a:pt x="11382" y="13888"/>
                  <a:pt x="11481" y="14082"/>
                </a:cubicBezTo>
                <a:lnTo>
                  <a:pt x="13281" y="17628"/>
                </a:lnTo>
                <a:cubicBezTo>
                  <a:pt x="13290" y="17644"/>
                  <a:pt x="13297" y="17660"/>
                  <a:pt x="13303" y="17680"/>
                </a:cubicBezTo>
                <a:cubicBezTo>
                  <a:pt x="13482" y="18123"/>
                  <a:pt x="14041" y="18159"/>
                  <a:pt x="14208" y="18159"/>
                </a:cubicBezTo>
                <a:cubicBezTo>
                  <a:pt x="14901" y="18159"/>
                  <a:pt x="15768" y="17697"/>
                  <a:pt x="16033" y="16679"/>
                </a:cubicBezTo>
                <a:lnTo>
                  <a:pt x="19450" y="3585"/>
                </a:lnTo>
                <a:cubicBezTo>
                  <a:pt x="19648" y="2827"/>
                  <a:pt x="19594" y="2187"/>
                  <a:pt x="19297" y="1790"/>
                </a:cubicBezTo>
                <a:cubicBezTo>
                  <a:pt x="18999" y="1392"/>
                  <a:pt x="18517" y="1310"/>
                  <a:pt x="18165" y="1310"/>
                </a:cubicBezTo>
                <a:cubicBezTo>
                  <a:pt x="17916" y="1310"/>
                  <a:pt x="17641" y="1350"/>
                  <a:pt x="17353" y="1432"/>
                </a:cubicBezTo>
                <a:lnTo>
                  <a:pt x="4605" y="4938"/>
                </a:lnTo>
                <a:cubicBezTo>
                  <a:pt x="3604" y="5214"/>
                  <a:pt x="3090" y="5956"/>
                  <a:pt x="3022" y="6567"/>
                </a:cubicBezTo>
                <a:cubicBezTo>
                  <a:pt x="2965" y="7079"/>
                  <a:pt x="3201" y="7506"/>
                  <a:pt x="3684" y="7768"/>
                </a:cubicBezTo>
                <a:cubicBezTo>
                  <a:pt x="3700" y="7778"/>
                  <a:pt x="3716" y="7788"/>
                  <a:pt x="3732" y="7798"/>
                </a:cubicBezTo>
                <a:lnTo>
                  <a:pt x="7149" y="10057"/>
                </a:lnTo>
                <a:cubicBezTo>
                  <a:pt x="7319" y="10168"/>
                  <a:pt x="7427" y="10359"/>
                  <a:pt x="7440" y="10566"/>
                </a:cubicBezTo>
                <a:cubicBezTo>
                  <a:pt x="7453" y="10772"/>
                  <a:pt x="7370" y="10976"/>
                  <a:pt x="7213" y="11111"/>
                </a:cubicBezTo>
                <a:cubicBezTo>
                  <a:pt x="7092" y="11225"/>
                  <a:pt x="3147" y="15096"/>
                  <a:pt x="1638" y="16577"/>
                </a:cubicBezTo>
                <a:cubicBezTo>
                  <a:pt x="1335" y="16886"/>
                  <a:pt x="1283" y="16997"/>
                  <a:pt x="1277" y="17033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405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1B808-FED0-E325-6D9D-8B2C213AB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23BEE68-F65A-4C6B-D365-D554268ED030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16400F-46D2-C6E8-5526-66C2106671A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956643-0827-0D4D-0374-2AEAD4EF6632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8E47270-F3CF-0DCC-4789-B5B77DE87780}"/>
              </a:ext>
            </a:extLst>
          </p:cNvPr>
          <p:cNvGrpSpPr/>
          <p:nvPr/>
        </p:nvGrpSpPr>
        <p:grpSpPr>
          <a:xfrm>
            <a:off x="981076" y="2020311"/>
            <a:ext cx="9899649" cy="3414105"/>
            <a:chOff x="869952" y="1626686"/>
            <a:chExt cx="10452096" cy="3604628"/>
          </a:xfrm>
        </p:grpSpPr>
        <p:sp>
          <p:nvSpPr>
            <p:cNvPr id="2" name="Oval 2">
              <a:extLst>
                <a:ext uri="{FF2B5EF4-FFF2-40B4-BE49-F238E27FC236}">
                  <a16:creationId xmlns:a16="http://schemas.microsoft.com/office/drawing/2014/main" id="{09DAC3D8-FB89-BCFB-1554-764C94C3CA75}"/>
                </a:ext>
              </a:extLst>
            </p:cNvPr>
            <p:cNvSpPr/>
            <p:nvPr/>
          </p:nvSpPr>
          <p:spPr>
            <a:xfrm>
              <a:off x="4293686" y="1626686"/>
              <a:ext cx="3604628" cy="3604628"/>
            </a:xfrm>
            <a:prstGeom prst="ellipse">
              <a:avLst/>
            </a:prstGeom>
            <a:ln w="3175">
              <a:solidFill>
                <a:srgbClr val="D9D9D9"/>
              </a:solidFill>
              <a:miter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ACDBAAA-A2A7-EA33-EA9A-9702E8EA4472}"/>
                </a:ext>
              </a:extLst>
            </p:cNvPr>
            <p:cNvSpPr/>
            <p:nvPr/>
          </p:nvSpPr>
          <p:spPr>
            <a:xfrm>
              <a:off x="4378960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556C9C1-E900-B84A-CF2E-F249709D50B8}"/>
                </a:ext>
              </a:extLst>
            </p:cNvPr>
            <p:cNvSpPr/>
            <p:nvPr/>
          </p:nvSpPr>
          <p:spPr>
            <a:xfrm>
              <a:off x="6809616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7" name="Oval 6">
              <a:extLst>
                <a:ext uri="{FF2B5EF4-FFF2-40B4-BE49-F238E27FC236}">
                  <a16:creationId xmlns:a16="http://schemas.microsoft.com/office/drawing/2014/main" id="{7348E2F7-8157-F941-A780-972D0634AAF3}"/>
                </a:ext>
              </a:extLst>
            </p:cNvPr>
            <p:cNvSpPr/>
            <p:nvPr/>
          </p:nvSpPr>
          <p:spPr>
            <a:xfrm>
              <a:off x="6809616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8" name="Oval 7">
              <a:extLst>
                <a:ext uri="{FF2B5EF4-FFF2-40B4-BE49-F238E27FC236}">
                  <a16:creationId xmlns:a16="http://schemas.microsoft.com/office/drawing/2014/main" id="{DA009FDD-86D5-8FEE-18DE-9C54DCD401A4}"/>
                </a:ext>
              </a:extLst>
            </p:cNvPr>
            <p:cNvSpPr/>
            <p:nvPr/>
          </p:nvSpPr>
          <p:spPr>
            <a:xfrm>
              <a:off x="4378960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9" name="Group 8">
              <a:extLst>
                <a:ext uri="{FF2B5EF4-FFF2-40B4-BE49-F238E27FC236}">
                  <a16:creationId xmlns:a16="http://schemas.microsoft.com/office/drawing/2014/main" id="{8767E3AB-BCD4-4FEA-07C0-3603678E1D4C}"/>
                </a:ext>
              </a:extLst>
            </p:cNvPr>
            <p:cNvSpPr/>
            <p:nvPr/>
          </p:nvSpPr>
          <p:spPr>
            <a:xfrm>
              <a:off x="5245100" y="2578099"/>
              <a:ext cx="1701800" cy="1701801"/>
            </a:xfrm>
            <a:prstGeom prst="ellipse">
              <a:avLst/>
            </a:prstGeom>
            <a:solidFill>
              <a:srgbClr val="F2F2F2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262626"/>
                  </a:solidFill>
                  <a:latin typeface="Montserrat-Regular"/>
                  <a:ea typeface="Montserrat-Regular"/>
                  <a:cs typeface="Montserrat-Regular"/>
                  <a:sym typeface="Montserrat-Regular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ontserrat-Regular"/>
                <a:sym typeface="Montserrat-Regular"/>
              </a:endParaRPr>
            </a:p>
          </p:txBody>
        </p:sp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ECB2238F-E398-0CA5-CB75-C5EE27A6E25D}"/>
                </a:ext>
              </a:extLst>
            </p:cNvPr>
            <p:cNvSpPr/>
            <p:nvPr/>
          </p:nvSpPr>
          <p:spPr>
            <a:xfrm>
              <a:off x="4683253" y="2046253"/>
              <a:ext cx="394838" cy="334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3" y="0"/>
                  </a:moveTo>
                  <a:lnTo>
                    <a:pt x="14850" y="4804"/>
                  </a:lnTo>
                  <a:lnTo>
                    <a:pt x="14850" y="805"/>
                  </a:lnTo>
                  <a:lnTo>
                    <a:pt x="17553" y="805"/>
                  </a:lnTo>
                  <a:lnTo>
                    <a:pt x="17553" y="7999"/>
                  </a:lnTo>
                  <a:lnTo>
                    <a:pt x="21600" y="12812"/>
                  </a:lnTo>
                  <a:lnTo>
                    <a:pt x="21600" y="13608"/>
                  </a:lnTo>
                  <a:lnTo>
                    <a:pt x="18898" y="13608"/>
                  </a:lnTo>
                  <a:lnTo>
                    <a:pt x="18898" y="21600"/>
                  </a:lnTo>
                  <a:lnTo>
                    <a:pt x="12155" y="21600"/>
                  </a:lnTo>
                  <a:lnTo>
                    <a:pt x="12155" y="16803"/>
                  </a:lnTo>
                  <a:lnTo>
                    <a:pt x="9445" y="16803"/>
                  </a:lnTo>
                  <a:lnTo>
                    <a:pt x="9445" y="21600"/>
                  </a:lnTo>
                  <a:lnTo>
                    <a:pt x="2696" y="21600"/>
                  </a:lnTo>
                  <a:lnTo>
                    <a:pt x="2696" y="13608"/>
                  </a:lnTo>
                  <a:lnTo>
                    <a:pt x="0" y="13608"/>
                  </a:lnTo>
                  <a:lnTo>
                    <a:pt x="0" y="12812"/>
                  </a:lnTo>
                  <a:lnTo>
                    <a:pt x="10803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14097934-E888-5B0B-8D03-28E5CB60CC24}"/>
                </a:ext>
              </a:extLst>
            </p:cNvPr>
            <p:cNvSpPr/>
            <p:nvPr/>
          </p:nvSpPr>
          <p:spPr>
            <a:xfrm>
              <a:off x="7113907" y="2014317"/>
              <a:ext cx="394841" cy="3987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5" y="1345"/>
                  </a:moveTo>
                  <a:lnTo>
                    <a:pt x="20249" y="2697"/>
                  </a:lnTo>
                  <a:lnTo>
                    <a:pt x="10800" y="12145"/>
                  </a:lnTo>
                  <a:lnTo>
                    <a:pt x="8105" y="13497"/>
                  </a:lnTo>
                  <a:lnTo>
                    <a:pt x="9449" y="10800"/>
                  </a:lnTo>
                  <a:lnTo>
                    <a:pt x="18905" y="1345"/>
                  </a:lnTo>
                  <a:close/>
                  <a:moveTo>
                    <a:pt x="12151" y="0"/>
                  </a:moveTo>
                  <a:lnTo>
                    <a:pt x="16197" y="0"/>
                  </a:lnTo>
                  <a:lnTo>
                    <a:pt x="8105" y="8097"/>
                  </a:lnTo>
                  <a:lnTo>
                    <a:pt x="5397" y="9744"/>
                  </a:lnTo>
                  <a:lnTo>
                    <a:pt x="3311" y="15491"/>
                  </a:lnTo>
                  <a:lnTo>
                    <a:pt x="3715" y="15695"/>
                  </a:lnTo>
                  <a:lnTo>
                    <a:pt x="4079" y="15905"/>
                  </a:lnTo>
                  <a:lnTo>
                    <a:pt x="4410" y="16128"/>
                  </a:lnTo>
                  <a:lnTo>
                    <a:pt x="4708" y="16364"/>
                  </a:lnTo>
                  <a:lnTo>
                    <a:pt x="4986" y="16613"/>
                  </a:lnTo>
                  <a:lnTo>
                    <a:pt x="5238" y="16889"/>
                  </a:lnTo>
                  <a:lnTo>
                    <a:pt x="5476" y="17191"/>
                  </a:lnTo>
                  <a:lnTo>
                    <a:pt x="5688" y="17519"/>
                  </a:lnTo>
                  <a:lnTo>
                    <a:pt x="5900" y="17886"/>
                  </a:lnTo>
                  <a:lnTo>
                    <a:pt x="6105" y="18287"/>
                  </a:lnTo>
                  <a:lnTo>
                    <a:pt x="11859" y="16200"/>
                  </a:lnTo>
                  <a:lnTo>
                    <a:pt x="13502" y="13497"/>
                  </a:lnTo>
                  <a:lnTo>
                    <a:pt x="21600" y="5400"/>
                  </a:lnTo>
                  <a:lnTo>
                    <a:pt x="21600" y="9442"/>
                  </a:lnTo>
                  <a:lnTo>
                    <a:pt x="13502" y="17545"/>
                  </a:lnTo>
                  <a:lnTo>
                    <a:pt x="0" y="21600"/>
                  </a:lnTo>
                  <a:lnTo>
                    <a:pt x="4052" y="8097"/>
                  </a:lnTo>
                  <a:lnTo>
                    <a:pt x="12151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grpSp>
          <p:nvGrpSpPr>
            <p:cNvPr id="36" name="Group 113">
              <a:extLst>
                <a:ext uri="{FF2B5EF4-FFF2-40B4-BE49-F238E27FC236}">
                  <a16:creationId xmlns:a16="http://schemas.microsoft.com/office/drawing/2014/main" id="{88A8CC23-7CEE-C874-08B9-97ECCC788130}"/>
                </a:ext>
              </a:extLst>
            </p:cNvPr>
            <p:cNvGrpSpPr/>
            <p:nvPr/>
          </p:nvGrpSpPr>
          <p:grpSpPr>
            <a:xfrm>
              <a:off x="7138100" y="4444973"/>
              <a:ext cx="346455" cy="398711"/>
              <a:chOff x="-1" y="0"/>
              <a:chExt cx="346454" cy="398710"/>
            </a:xfrm>
          </p:grpSpPr>
          <p:sp>
            <p:nvSpPr>
              <p:cNvPr id="37" name="Freeform 115">
                <a:extLst>
                  <a:ext uri="{FF2B5EF4-FFF2-40B4-BE49-F238E27FC236}">
                    <a16:creationId xmlns:a16="http://schemas.microsoft.com/office/drawing/2014/main" id="{A098E196-742D-0F11-11BA-3EEC76AC3506}"/>
                  </a:ext>
                </a:extLst>
              </p:cNvPr>
              <p:cNvSpPr/>
              <p:nvPr/>
            </p:nvSpPr>
            <p:spPr>
              <a:xfrm>
                <a:off x="-1" y="0"/>
                <a:ext cx="346454" cy="3987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96" y="4554"/>
                    </a:moveTo>
                    <a:lnTo>
                      <a:pt x="10149" y="4573"/>
                    </a:lnTo>
                    <a:lnTo>
                      <a:pt x="9516" y="4632"/>
                    </a:lnTo>
                    <a:lnTo>
                      <a:pt x="8891" y="4737"/>
                    </a:lnTo>
                    <a:lnTo>
                      <a:pt x="8289" y="4875"/>
                    </a:lnTo>
                    <a:lnTo>
                      <a:pt x="7702" y="5052"/>
                    </a:lnTo>
                    <a:lnTo>
                      <a:pt x="7137" y="5256"/>
                    </a:lnTo>
                    <a:lnTo>
                      <a:pt x="6595" y="5498"/>
                    </a:lnTo>
                    <a:lnTo>
                      <a:pt x="6068" y="5781"/>
                    </a:lnTo>
                    <a:lnTo>
                      <a:pt x="5571" y="6082"/>
                    </a:lnTo>
                    <a:lnTo>
                      <a:pt x="5104" y="6417"/>
                    </a:lnTo>
                    <a:lnTo>
                      <a:pt x="4660" y="6778"/>
                    </a:lnTo>
                    <a:lnTo>
                      <a:pt x="4246" y="7165"/>
                    </a:lnTo>
                    <a:lnTo>
                      <a:pt x="3862" y="7578"/>
                    </a:lnTo>
                    <a:lnTo>
                      <a:pt x="3516" y="8011"/>
                    </a:lnTo>
                    <a:lnTo>
                      <a:pt x="3207" y="8471"/>
                    </a:lnTo>
                    <a:lnTo>
                      <a:pt x="2929" y="8950"/>
                    </a:lnTo>
                    <a:lnTo>
                      <a:pt x="2688" y="9442"/>
                    </a:lnTo>
                    <a:lnTo>
                      <a:pt x="2484" y="9954"/>
                    </a:lnTo>
                    <a:lnTo>
                      <a:pt x="2326" y="10478"/>
                    </a:lnTo>
                    <a:lnTo>
                      <a:pt x="2213" y="11023"/>
                    </a:lnTo>
                    <a:lnTo>
                      <a:pt x="2146" y="11581"/>
                    </a:lnTo>
                    <a:lnTo>
                      <a:pt x="2123" y="12145"/>
                    </a:lnTo>
                    <a:lnTo>
                      <a:pt x="2146" y="12716"/>
                    </a:lnTo>
                    <a:lnTo>
                      <a:pt x="2213" y="13274"/>
                    </a:lnTo>
                    <a:lnTo>
                      <a:pt x="2326" y="13812"/>
                    </a:lnTo>
                    <a:lnTo>
                      <a:pt x="2484" y="14343"/>
                    </a:lnTo>
                    <a:lnTo>
                      <a:pt x="2688" y="14848"/>
                    </a:lnTo>
                    <a:lnTo>
                      <a:pt x="2929" y="15354"/>
                    </a:lnTo>
                    <a:lnTo>
                      <a:pt x="3207" y="15826"/>
                    </a:lnTo>
                    <a:lnTo>
                      <a:pt x="3516" y="16279"/>
                    </a:lnTo>
                    <a:lnTo>
                      <a:pt x="3862" y="16718"/>
                    </a:lnTo>
                    <a:lnTo>
                      <a:pt x="4246" y="17125"/>
                    </a:lnTo>
                    <a:lnTo>
                      <a:pt x="4660" y="17519"/>
                    </a:lnTo>
                    <a:lnTo>
                      <a:pt x="5104" y="17880"/>
                    </a:lnTo>
                    <a:lnTo>
                      <a:pt x="5571" y="18214"/>
                    </a:lnTo>
                    <a:lnTo>
                      <a:pt x="6068" y="18516"/>
                    </a:lnTo>
                    <a:lnTo>
                      <a:pt x="6595" y="18792"/>
                    </a:lnTo>
                    <a:lnTo>
                      <a:pt x="7137" y="19041"/>
                    </a:lnTo>
                    <a:lnTo>
                      <a:pt x="7702" y="19251"/>
                    </a:lnTo>
                    <a:lnTo>
                      <a:pt x="8289" y="19415"/>
                    </a:lnTo>
                    <a:lnTo>
                      <a:pt x="8891" y="19559"/>
                    </a:lnTo>
                    <a:lnTo>
                      <a:pt x="9516" y="19664"/>
                    </a:lnTo>
                    <a:lnTo>
                      <a:pt x="10149" y="19723"/>
                    </a:lnTo>
                    <a:lnTo>
                      <a:pt x="10796" y="19743"/>
                    </a:lnTo>
                    <a:lnTo>
                      <a:pt x="11444" y="19723"/>
                    </a:lnTo>
                    <a:lnTo>
                      <a:pt x="12076" y="19664"/>
                    </a:lnTo>
                    <a:lnTo>
                      <a:pt x="12693" y="19559"/>
                    </a:lnTo>
                    <a:lnTo>
                      <a:pt x="13296" y="19415"/>
                    </a:lnTo>
                    <a:lnTo>
                      <a:pt x="13891" y="19251"/>
                    </a:lnTo>
                    <a:lnTo>
                      <a:pt x="14455" y="19041"/>
                    </a:lnTo>
                    <a:lnTo>
                      <a:pt x="15005" y="18792"/>
                    </a:lnTo>
                    <a:lnTo>
                      <a:pt x="15524" y="18516"/>
                    </a:lnTo>
                    <a:lnTo>
                      <a:pt x="16014" y="18214"/>
                    </a:lnTo>
                    <a:lnTo>
                      <a:pt x="16488" y="17880"/>
                    </a:lnTo>
                    <a:lnTo>
                      <a:pt x="16932" y="17519"/>
                    </a:lnTo>
                    <a:lnTo>
                      <a:pt x="17346" y="17125"/>
                    </a:lnTo>
                    <a:lnTo>
                      <a:pt x="17730" y="16718"/>
                    </a:lnTo>
                    <a:lnTo>
                      <a:pt x="18077" y="16279"/>
                    </a:lnTo>
                    <a:lnTo>
                      <a:pt x="18385" y="15826"/>
                    </a:lnTo>
                    <a:lnTo>
                      <a:pt x="18664" y="15354"/>
                    </a:lnTo>
                    <a:lnTo>
                      <a:pt x="18905" y="14848"/>
                    </a:lnTo>
                    <a:lnTo>
                      <a:pt x="19108" y="14343"/>
                    </a:lnTo>
                    <a:lnTo>
                      <a:pt x="19259" y="13812"/>
                    </a:lnTo>
                    <a:lnTo>
                      <a:pt x="19379" y="13274"/>
                    </a:lnTo>
                    <a:lnTo>
                      <a:pt x="19447" y="12716"/>
                    </a:lnTo>
                    <a:lnTo>
                      <a:pt x="19469" y="12145"/>
                    </a:lnTo>
                    <a:lnTo>
                      <a:pt x="19447" y="11581"/>
                    </a:lnTo>
                    <a:lnTo>
                      <a:pt x="19379" y="11023"/>
                    </a:lnTo>
                    <a:lnTo>
                      <a:pt x="19259" y="10478"/>
                    </a:lnTo>
                    <a:lnTo>
                      <a:pt x="19108" y="9954"/>
                    </a:lnTo>
                    <a:lnTo>
                      <a:pt x="18905" y="9442"/>
                    </a:lnTo>
                    <a:lnTo>
                      <a:pt x="18664" y="8950"/>
                    </a:lnTo>
                    <a:lnTo>
                      <a:pt x="18385" y="8471"/>
                    </a:lnTo>
                    <a:lnTo>
                      <a:pt x="18077" y="8011"/>
                    </a:lnTo>
                    <a:lnTo>
                      <a:pt x="17730" y="7578"/>
                    </a:lnTo>
                    <a:lnTo>
                      <a:pt x="17346" y="7165"/>
                    </a:lnTo>
                    <a:lnTo>
                      <a:pt x="16932" y="6778"/>
                    </a:lnTo>
                    <a:lnTo>
                      <a:pt x="16488" y="6417"/>
                    </a:lnTo>
                    <a:lnTo>
                      <a:pt x="16014" y="6082"/>
                    </a:lnTo>
                    <a:lnTo>
                      <a:pt x="15524" y="5781"/>
                    </a:lnTo>
                    <a:lnTo>
                      <a:pt x="15005" y="5498"/>
                    </a:lnTo>
                    <a:lnTo>
                      <a:pt x="14455" y="5256"/>
                    </a:lnTo>
                    <a:lnTo>
                      <a:pt x="13891" y="5052"/>
                    </a:lnTo>
                    <a:lnTo>
                      <a:pt x="13296" y="4875"/>
                    </a:lnTo>
                    <a:lnTo>
                      <a:pt x="12693" y="4737"/>
                    </a:lnTo>
                    <a:lnTo>
                      <a:pt x="12076" y="4632"/>
                    </a:lnTo>
                    <a:lnTo>
                      <a:pt x="11444" y="4573"/>
                    </a:lnTo>
                    <a:lnTo>
                      <a:pt x="10796" y="4554"/>
                    </a:lnTo>
                    <a:close/>
                    <a:moveTo>
                      <a:pt x="10796" y="2697"/>
                    </a:moveTo>
                    <a:lnTo>
                      <a:pt x="11504" y="2716"/>
                    </a:lnTo>
                    <a:lnTo>
                      <a:pt x="12197" y="2775"/>
                    </a:lnTo>
                    <a:lnTo>
                      <a:pt x="12889" y="2874"/>
                    </a:lnTo>
                    <a:lnTo>
                      <a:pt x="13552" y="3005"/>
                    </a:lnTo>
                    <a:lnTo>
                      <a:pt x="14214" y="3176"/>
                    </a:lnTo>
                    <a:lnTo>
                      <a:pt x="14839" y="3379"/>
                    </a:lnTo>
                    <a:lnTo>
                      <a:pt x="15457" y="3622"/>
                    </a:lnTo>
                    <a:lnTo>
                      <a:pt x="16051" y="3884"/>
                    </a:lnTo>
                    <a:lnTo>
                      <a:pt x="16631" y="4193"/>
                    </a:lnTo>
                    <a:lnTo>
                      <a:pt x="17173" y="4514"/>
                    </a:lnTo>
                    <a:lnTo>
                      <a:pt x="17693" y="4875"/>
                    </a:lnTo>
                    <a:lnTo>
                      <a:pt x="18189" y="5262"/>
                    </a:lnTo>
                    <a:lnTo>
                      <a:pt x="18664" y="5676"/>
                    </a:lnTo>
                    <a:lnTo>
                      <a:pt x="19108" y="6109"/>
                    </a:lnTo>
                    <a:lnTo>
                      <a:pt x="19507" y="6561"/>
                    </a:lnTo>
                    <a:lnTo>
                      <a:pt x="19883" y="7047"/>
                    </a:lnTo>
                    <a:lnTo>
                      <a:pt x="20230" y="7546"/>
                    </a:lnTo>
                    <a:lnTo>
                      <a:pt x="20538" y="8070"/>
                    </a:lnTo>
                    <a:lnTo>
                      <a:pt x="20809" y="8602"/>
                    </a:lnTo>
                    <a:lnTo>
                      <a:pt x="21043" y="9160"/>
                    </a:lnTo>
                    <a:lnTo>
                      <a:pt x="21239" y="9730"/>
                    </a:lnTo>
                    <a:lnTo>
                      <a:pt x="21389" y="10314"/>
                    </a:lnTo>
                    <a:lnTo>
                      <a:pt x="21502" y="10912"/>
                    </a:lnTo>
                    <a:lnTo>
                      <a:pt x="21577" y="11522"/>
                    </a:lnTo>
                    <a:lnTo>
                      <a:pt x="21600" y="12145"/>
                    </a:lnTo>
                    <a:lnTo>
                      <a:pt x="21577" y="12768"/>
                    </a:lnTo>
                    <a:lnTo>
                      <a:pt x="21502" y="13379"/>
                    </a:lnTo>
                    <a:lnTo>
                      <a:pt x="21389" y="13976"/>
                    </a:lnTo>
                    <a:lnTo>
                      <a:pt x="21239" y="14566"/>
                    </a:lnTo>
                    <a:lnTo>
                      <a:pt x="21043" y="15137"/>
                    </a:lnTo>
                    <a:lnTo>
                      <a:pt x="20809" y="15688"/>
                    </a:lnTo>
                    <a:lnTo>
                      <a:pt x="20538" y="16226"/>
                    </a:lnTo>
                    <a:lnTo>
                      <a:pt x="20230" y="16751"/>
                    </a:lnTo>
                    <a:lnTo>
                      <a:pt x="19883" y="17250"/>
                    </a:lnTo>
                    <a:lnTo>
                      <a:pt x="19507" y="17729"/>
                    </a:lnTo>
                    <a:lnTo>
                      <a:pt x="19108" y="18182"/>
                    </a:lnTo>
                    <a:lnTo>
                      <a:pt x="18664" y="18621"/>
                    </a:lnTo>
                    <a:lnTo>
                      <a:pt x="18189" y="19035"/>
                    </a:lnTo>
                    <a:lnTo>
                      <a:pt x="17693" y="19415"/>
                    </a:lnTo>
                    <a:lnTo>
                      <a:pt x="17173" y="19776"/>
                    </a:lnTo>
                    <a:lnTo>
                      <a:pt x="16631" y="20104"/>
                    </a:lnTo>
                    <a:lnTo>
                      <a:pt x="16051" y="20406"/>
                    </a:lnTo>
                    <a:lnTo>
                      <a:pt x="15457" y="20668"/>
                    </a:lnTo>
                    <a:lnTo>
                      <a:pt x="14839" y="20911"/>
                    </a:lnTo>
                    <a:lnTo>
                      <a:pt x="14214" y="21121"/>
                    </a:lnTo>
                    <a:lnTo>
                      <a:pt x="13552" y="21285"/>
                    </a:lnTo>
                    <a:lnTo>
                      <a:pt x="12889" y="21423"/>
                    </a:lnTo>
                    <a:lnTo>
                      <a:pt x="12197" y="21521"/>
                    </a:lnTo>
                    <a:lnTo>
                      <a:pt x="11504" y="21580"/>
                    </a:lnTo>
                    <a:lnTo>
                      <a:pt x="10796" y="21600"/>
                    </a:lnTo>
                    <a:lnTo>
                      <a:pt x="10089" y="21580"/>
                    </a:lnTo>
                    <a:lnTo>
                      <a:pt x="9388" y="21521"/>
                    </a:lnTo>
                    <a:lnTo>
                      <a:pt x="8703" y="21423"/>
                    </a:lnTo>
                    <a:lnTo>
                      <a:pt x="8033" y="21285"/>
                    </a:lnTo>
                    <a:lnTo>
                      <a:pt x="7386" y="21121"/>
                    </a:lnTo>
                    <a:lnTo>
                      <a:pt x="6753" y="20911"/>
                    </a:lnTo>
                    <a:lnTo>
                      <a:pt x="6128" y="20668"/>
                    </a:lnTo>
                    <a:lnTo>
                      <a:pt x="5541" y="20406"/>
                    </a:lnTo>
                    <a:lnTo>
                      <a:pt x="4969" y="20104"/>
                    </a:lnTo>
                    <a:lnTo>
                      <a:pt x="4419" y="19776"/>
                    </a:lnTo>
                    <a:lnTo>
                      <a:pt x="3892" y="19415"/>
                    </a:lnTo>
                    <a:lnTo>
                      <a:pt x="3395" y="19035"/>
                    </a:lnTo>
                    <a:lnTo>
                      <a:pt x="2936" y="18621"/>
                    </a:lnTo>
                    <a:lnTo>
                      <a:pt x="2492" y="18182"/>
                    </a:lnTo>
                    <a:lnTo>
                      <a:pt x="2085" y="17729"/>
                    </a:lnTo>
                    <a:lnTo>
                      <a:pt x="1701" y="17250"/>
                    </a:lnTo>
                    <a:lnTo>
                      <a:pt x="1363" y="16751"/>
                    </a:lnTo>
                    <a:lnTo>
                      <a:pt x="1054" y="16226"/>
                    </a:lnTo>
                    <a:lnTo>
                      <a:pt x="783" y="15688"/>
                    </a:lnTo>
                    <a:lnTo>
                      <a:pt x="550" y="15137"/>
                    </a:lnTo>
                    <a:lnTo>
                      <a:pt x="354" y="14566"/>
                    </a:lnTo>
                    <a:lnTo>
                      <a:pt x="203" y="13976"/>
                    </a:lnTo>
                    <a:lnTo>
                      <a:pt x="90" y="13379"/>
                    </a:lnTo>
                    <a:lnTo>
                      <a:pt x="23" y="12768"/>
                    </a:lnTo>
                    <a:lnTo>
                      <a:pt x="0" y="12145"/>
                    </a:lnTo>
                    <a:lnTo>
                      <a:pt x="23" y="11522"/>
                    </a:lnTo>
                    <a:lnTo>
                      <a:pt x="90" y="10912"/>
                    </a:lnTo>
                    <a:lnTo>
                      <a:pt x="203" y="10314"/>
                    </a:lnTo>
                    <a:lnTo>
                      <a:pt x="354" y="9730"/>
                    </a:lnTo>
                    <a:lnTo>
                      <a:pt x="550" y="9160"/>
                    </a:lnTo>
                    <a:lnTo>
                      <a:pt x="783" y="8602"/>
                    </a:lnTo>
                    <a:lnTo>
                      <a:pt x="1054" y="8070"/>
                    </a:lnTo>
                    <a:lnTo>
                      <a:pt x="1363" y="7546"/>
                    </a:lnTo>
                    <a:lnTo>
                      <a:pt x="1701" y="7047"/>
                    </a:lnTo>
                    <a:lnTo>
                      <a:pt x="2085" y="6561"/>
                    </a:lnTo>
                    <a:lnTo>
                      <a:pt x="2492" y="6109"/>
                    </a:lnTo>
                    <a:lnTo>
                      <a:pt x="2936" y="5676"/>
                    </a:lnTo>
                    <a:lnTo>
                      <a:pt x="3395" y="5262"/>
                    </a:lnTo>
                    <a:lnTo>
                      <a:pt x="3892" y="4875"/>
                    </a:lnTo>
                    <a:lnTo>
                      <a:pt x="4419" y="4514"/>
                    </a:lnTo>
                    <a:lnTo>
                      <a:pt x="4969" y="4193"/>
                    </a:lnTo>
                    <a:lnTo>
                      <a:pt x="5541" y="3884"/>
                    </a:lnTo>
                    <a:lnTo>
                      <a:pt x="6128" y="3622"/>
                    </a:lnTo>
                    <a:lnTo>
                      <a:pt x="6753" y="3379"/>
                    </a:lnTo>
                    <a:lnTo>
                      <a:pt x="7386" y="3176"/>
                    </a:lnTo>
                    <a:lnTo>
                      <a:pt x="8033" y="3005"/>
                    </a:lnTo>
                    <a:lnTo>
                      <a:pt x="8703" y="2874"/>
                    </a:lnTo>
                    <a:lnTo>
                      <a:pt x="9388" y="2775"/>
                    </a:lnTo>
                    <a:lnTo>
                      <a:pt x="10089" y="2716"/>
                    </a:lnTo>
                    <a:lnTo>
                      <a:pt x="10796" y="2697"/>
                    </a:lnTo>
                    <a:close/>
                    <a:moveTo>
                      <a:pt x="16970" y="0"/>
                    </a:moveTo>
                    <a:lnTo>
                      <a:pt x="17444" y="20"/>
                    </a:lnTo>
                    <a:lnTo>
                      <a:pt x="17896" y="79"/>
                    </a:lnTo>
                    <a:lnTo>
                      <a:pt x="18340" y="184"/>
                    </a:lnTo>
                    <a:lnTo>
                      <a:pt x="18762" y="315"/>
                    </a:lnTo>
                    <a:lnTo>
                      <a:pt x="19176" y="486"/>
                    </a:lnTo>
                    <a:lnTo>
                      <a:pt x="19552" y="689"/>
                    </a:lnTo>
                    <a:lnTo>
                      <a:pt x="19914" y="919"/>
                    </a:lnTo>
                    <a:lnTo>
                      <a:pt x="20237" y="1181"/>
                    </a:lnTo>
                    <a:lnTo>
                      <a:pt x="20538" y="1470"/>
                    </a:lnTo>
                    <a:lnTo>
                      <a:pt x="20802" y="1778"/>
                    </a:lnTo>
                    <a:lnTo>
                      <a:pt x="21035" y="2119"/>
                    </a:lnTo>
                    <a:lnTo>
                      <a:pt x="21231" y="2474"/>
                    </a:lnTo>
                    <a:lnTo>
                      <a:pt x="21389" y="2841"/>
                    </a:lnTo>
                    <a:lnTo>
                      <a:pt x="21495" y="3228"/>
                    </a:lnTo>
                    <a:lnTo>
                      <a:pt x="21570" y="3635"/>
                    </a:lnTo>
                    <a:lnTo>
                      <a:pt x="21600" y="4048"/>
                    </a:lnTo>
                    <a:lnTo>
                      <a:pt x="21577" y="4409"/>
                    </a:lnTo>
                    <a:lnTo>
                      <a:pt x="21517" y="4764"/>
                    </a:lnTo>
                    <a:lnTo>
                      <a:pt x="21434" y="5098"/>
                    </a:lnTo>
                    <a:lnTo>
                      <a:pt x="21321" y="5433"/>
                    </a:lnTo>
                    <a:lnTo>
                      <a:pt x="21163" y="5748"/>
                    </a:lnTo>
                    <a:lnTo>
                      <a:pt x="20983" y="6056"/>
                    </a:lnTo>
                    <a:lnTo>
                      <a:pt x="20561" y="5538"/>
                    </a:lnTo>
                    <a:lnTo>
                      <a:pt x="20102" y="5052"/>
                    </a:lnTo>
                    <a:lnTo>
                      <a:pt x="19612" y="4593"/>
                    </a:lnTo>
                    <a:lnTo>
                      <a:pt x="19093" y="4153"/>
                    </a:lnTo>
                    <a:lnTo>
                      <a:pt x="18551" y="3740"/>
                    </a:lnTo>
                    <a:lnTo>
                      <a:pt x="17964" y="3359"/>
                    </a:lnTo>
                    <a:lnTo>
                      <a:pt x="17369" y="3005"/>
                    </a:lnTo>
                    <a:lnTo>
                      <a:pt x="16744" y="2684"/>
                    </a:lnTo>
                    <a:lnTo>
                      <a:pt x="16096" y="2388"/>
                    </a:lnTo>
                    <a:lnTo>
                      <a:pt x="15426" y="2132"/>
                    </a:lnTo>
                    <a:lnTo>
                      <a:pt x="14741" y="1909"/>
                    </a:lnTo>
                    <a:lnTo>
                      <a:pt x="14034" y="1719"/>
                    </a:lnTo>
                    <a:lnTo>
                      <a:pt x="13303" y="1568"/>
                    </a:lnTo>
                    <a:lnTo>
                      <a:pt x="13567" y="1293"/>
                    </a:lnTo>
                    <a:lnTo>
                      <a:pt x="13875" y="1043"/>
                    </a:lnTo>
                    <a:lnTo>
                      <a:pt x="14192" y="814"/>
                    </a:lnTo>
                    <a:lnTo>
                      <a:pt x="14530" y="604"/>
                    </a:lnTo>
                    <a:lnTo>
                      <a:pt x="14892" y="426"/>
                    </a:lnTo>
                    <a:lnTo>
                      <a:pt x="15283" y="276"/>
                    </a:lnTo>
                    <a:lnTo>
                      <a:pt x="15675" y="151"/>
                    </a:lnTo>
                    <a:lnTo>
                      <a:pt x="16096" y="66"/>
                    </a:lnTo>
                    <a:lnTo>
                      <a:pt x="16526" y="13"/>
                    </a:lnTo>
                    <a:lnTo>
                      <a:pt x="16970" y="0"/>
                    </a:lnTo>
                    <a:close/>
                    <a:moveTo>
                      <a:pt x="4630" y="0"/>
                    </a:moveTo>
                    <a:lnTo>
                      <a:pt x="5067" y="13"/>
                    </a:lnTo>
                    <a:lnTo>
                      <a:pt x="5496" y="66"/>
                    </a:lnTo>
                    <a:lnTo>
                      <a:pt x="5918" y="151"/>
                    </a:lnTo>
                    <a:lnTo>
                      <a:pt x="6317" y="276"/>
                    </a:lnTo>
                    <a:lnTo>
                      <a:pt x="6693" y="426"/>
                    </a:lnTo>
                    <a:lnTo>
                      <a:pt x="7062" y="604"/>
                    </a:lnTo>
                    <a:lnTo>
                      <a:pt x="7408" y="814"/>
                    </a:lnTo>
                    <a:lnTo>
                      <a:pt x="7725" y="1043"/>
                    </a:lnTo>
                    <a:lnTo>
                      <a:pt x="8018" y="1293"/>
                    </a:lnTo>
                    <a:lnTo>
                      <a:pt x="8289" y="1568"/>
                    </a:lnTo>
                    <a:lnTo>
                      <a:pt x="7566" y="1719"/>
                    </a:lnTo>
                    <a:lnTo>
                      <a:pt x="6859" y="1909"/>
                    </a:lnTo>
                    <a:lnTo>
                      <a:pt x="6166" y="2132"/>
                    </a:lnTo>
                    <a:lnTo>
                      <a:pt x="5496" y="2388"/>
                    </a:lnTo>
                    <a:lnTo>
                      <a:pt x="4849" y="2684"/>
                    </a:lnTo>
                    <a:lnTo>
                      <a:pt x="4224" y="3005"/>
                    </a:lnTo>
                    <a:lnTo>
                      <a:pt x="3621" y="3359"/>
                    </a:lnTo>
                    <a:lnTo>
                      <a:pt x="3049" y="3740"/>
                    </a:lnTo>
                    <a:lnTo>
                      <a:pt x="2500" y="4153"/>
                    </a:lnTo>
                    <a:lnTo>
                      <a:pt x="1980" y="4593"/>
                    </a:lnTo>
                    <a:lnTo>
                      <a:pt x="1491" y="5052"/>
                    </a:lnTo>
                    <a:lnTo>
                      <a:pt x="1039" y="5538"/>
                    </a:lnTo>
                    <a:lnTo>
                      <a:pt x="610" y="6056"/>
                    </a:lnTo>
                    <a:lnTo>
                      <a:pt x="429" y="5748"/>
                    </a:lnTo>
                    <a:lnTo>
                      <a:pt x="279" y="5433"/>
                    </a:lnTo>
                    <a:lnTo>
                      <a:pt x="166" y="5098"/>
                    </a:lnTo>
                    <a:lnTo>
                      <a:pt x="68" y="4764"/>
                    </a:lnTo>
                    <a:lnTo>
                      <a:pt x="15" y="4409"/>
                    </a:lnTo>
                    <a:lnTo>
                      <a:pt x="0" y="4048"/>
                    </a:lnTo>
                    <a:lnTo>
                      <a:pt x="23" y="3635"/>
                    </a:lnTo>
                    <a:lnTo>
                      <a:pt x="90" y="3228"/>
                    </a:lnTo>
                    <a:lnTo>
                      <a:pt x="211" y="2841"/>
                    </a:lnTo>
                    <a:lnTo>
                      <a:pt x="361" y="2474"/>
                    </a:lnTo>
                    <a:lnTo>
                      <a:pt x="557" y="2119"/>
                    </a:lnTo>
                    <a:lnTo>
                      <a:pt x="791" y="1778"/>
                    </a:lnTo>
                    <a:lnTo>
                      <a:pt x="1062" y="1470"/>
                    </a:lnTo>
                    <a:lnTo>
                      <a:pt x="1355" y="1181"/>
                    </a:lnTo>
                    <a:lnTo>
                      <a:pt x="1686" y="919"/>
                    </a:lnTo>
                    <a:lnTo>
                      <a:pt x="2040" y="689"/>
                    </a:lnTo>
                    <a:lnTo>
                      <a:pt x="2424" y="486"/>
                    </a:lnTo>
                    <a:lnTo>
                      <a:pt x="2823" y="315"/>
                    </a:lnTo>
                    <a:lnTo>
                      <a:pt x="3252" y="184"/>
                    </a:lnTo>
                    <a:lnTo>
                      <a:pt x="3689" y="79"/>
                    </a:lnTo>
                    <a:lnTo>
                      <a:pt x="4156" y="20"/>
                    </a:lnTo>
                    <a:lnTo>
                      <a:pt x="463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  <p:sp>
            <p:nvSpPr>
              <p:cNvPr id="38" name="Freeform 116">
                <a:extLst>
                  <a:ext uri="{FF2B5EF4-FFF2-40B4-BE49-F238E27FC236}">
                    <a16:creationId xmlns:a16="http://schemas.microsoft.com/office/drawing/2014/main" id="{687C3012-2BDA-058C-D525-4393D79701A0}"/>
                  </a:ext>
                </a:extLst>
              </p:cNvPr>
              <p:cNvSpPr/>
              <p:nvPr/>
            </p:nvSpPr>
            <p:spPr>
              <a:xfrm>
                <a:off x="148064" y="124838"/>
                <a:ext cx="99679" cy="1248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5400" y="0"/>
                    </a:lnTo>
                    <a:lnTo>
                      <a:pt x="5400" y="17276"/>
                    </a:lnTo>
                    <a:lnTo>
                      <a:pt x="21600" y="17276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</p:grpSp>
        <p:sp>
          <p:nvSpPr>
            <p:cNvPr id="39" name="Freeform 204">
              <a:extLst>
                <a:ext uri="{FF2B5EF4-FFF2-40B4-BE49-F238E27FC236}">
                  <a16:creationId xmlns:a16="http://schemas.microsoft.com/office/drawing/2014/main" id="{0E216639-2DDB-ED43-B260-3E6EADD87E76}"/>
                </a:ext>
              </a:extLst>
            </p:cNvPr>
            <p:cNvSpPr/>
            <p:nvPr/>
          </p:nvSpPr>
          <p:spPr>
            <a:xfrm>
              <a:off x="4683250" y="4458521"/>
              <a:ext cx="394843" cy="3716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89" y="9162"/>
                  </a:moveTo>
                  <a:lnTo>
                    <a:pt x="7405" y="10779"/>
                  </a:lnTo>
                  <a:lnTo>
                    <a:pt x="1921" y="12966"/>
                  </a:lnTo>
                  <a:lnTo>
                    <a:pt x="10803" y="16495"/>
                  </a:lnTo>
                  <a:lnTo>
                    <a:pt x="19686" y="12966"/>
                  </a:lnTo>
                  <a:lnTo>
                    <a:pt x="14195" y="10779"/>
                  </a:lnTo>
                  <a:lnTo>
                    <a:pt x="15711" y="9162"/>
                  </a:lnTo>
                  <a:lnTo>
                    <a:pt x="21600" y="11524"/>
                  </a:lnTo>
                  <a:lnTo>
                    <a:pt x="21600" y="17283"/>
                  </a:lnTo>
                  <a:lnTo>
                    <a:pt x="10803" y="21600"/>
                  </a:lnTo>
                  <a:lnTo>
                    <a:pt x="0" y="17283"/>
                  </a:lnTo>
                  <a:lnTo>
                    <a:pt x="0" y="11524"/>
                  </a:lnTo>
                  <a:lnTo>
                    <a:pt x="5889" y="9162"/>
                  </a:lnTo>
                  <a:close/>
                  <a:moveTo>
                    <a:pt x="9452" y="0"/>
                  </a:moveTo>
                  <a:lnTo>
                    <a:pt x="12155" y="0"/>
                  </a:lnTo>
                  <a:lnTo>
                    <a:pt x="12155" y="5759"/>
                  </a:lnTo>
                  <a:lnTo>
                    <a:pt x="16202" y="5759"/>
                  </a:lnTo>
                  <a:lnTo>
                    <a:pt x="10803" y="11524"/>
                  </a:lnTo>
                  <a:lnTo>
                    <a:pt x="5398" y="5759"/>
                  </a:lnTo>
                  <a:lnTo>
                    <a:pt x="9452" y="5759"/>
                  </a:lnTo>
                  <a:lnTo>
                    <a:pt x="9452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pic>
          <p:nvPicPr>
            <p:cNvPr id="40" name="iMocha black.png" descr="iMocha black.png">
              <a:extLst>
                <a:ext uri="{FF2B5EF4-FFF2-40B4-BE49-F238E27FC236}">
                  <a16:creationId xmlns:a16="http://schemas.microsoft.com/office/drawing/2014/main" id="{30732155-4DB3-1BC4-7CF1-CFEB097AD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75687"/>
            <a:stretch>
              <a:fillRect/>
            </a:stretch>
          </p:blipFill>
          <p:spPr>
            <a:xfrm>
              <a:off x="5778984" y="3100290"/>
              <a:ext cx="745091" cy="657420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41" name="Rectangle 69">
              <a:extLst>
                <a:ext uri="{FF2B5EF4-FFF2-40B4-BE49-F238E27FC236}">
                  <a16:creationId xmlns:a16="http://schemas.microsoft.com/office/drawing/2014/main" id="{DAD8BC62-7C69-118D-9BBC-DA7576673C7E}"/>
                </a:ext>
              </a:extLst>
            </p:cNvPr>
            <p:cNvSpPr txBox="1"/>
            <p:nvPr/>
          </p:nvSpPr>
          <p:spPr>
            <a:xfrm>
              <a:off x="8097481" y="2096234"/>
              <a:ext cx="3224567" cy="3048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2" name="Text Placeholder 33">
              <a:extLst>
                <a:ext uri="{FF2B5EF4-FFF2-40B4-BE49-F238E27FC236}">
                  <a16:creationId xmlns:a16="http://schemas.microsoft.com/office/drawing/2014/main" id="{47306783-A2DC-7AB1-7BAC-37194BF9DB5A}"/>
                </a:ext>
              </a:extLst>
            </p:cNvPr>
            <p:cNvSpPr txBox="1"/>
            <p:nvPr/>
          </p:nvSpPr>
          <p:spPr>
            <a:xfrm>
              <a:off x="8148281" y="1786085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endParaRPr>
            </a:p>
          </p:txBody>
        </p:sp>
        <p:sp>
          <p:nvSpPr>
            <p:cNvPr id="43" name="Rectangle 69">
              <a:extLst>
                <a:ext uri="{FF2B5EF4-FFF2-40B4-BE49-F238E27FC236}">
                  <a16:creationId xmlns:a16="http://schemas.microsoft.com/office/drawing/2014/main" id="{44BAC0A1-7348-6AD4-4E09-D27C4792502C}"/>
                </a:ext>
              </a:extLst>
            </p:cNvPr>
            <p:cNvSpPr txBox="1"/>
            <p:nvPr/>
          </p:nvSpPr>
          <p:spPr>
            <a:xfrm>
              <a:off x="8097481" y="4528211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4" name="Text Placeholder 33">
              <a:extLst>
                <a:ext uri="{FF2B5EF4-FFF2-40B4-BE49-F238E27FC236}">
                  <a16:creationId xmlns:a16="http://schemas.microsoft.com/office/drawing/2014/main" id="{93F199D2-A8B3-6DEA-F99B-FCD45069C173}"/>
                </a:ext>
              </a:extLst>
            </p:cNvPr>
            <p:cNvSpPr txBox="1"/>
            <p:nvPr/>
          </p:nvSpPr>
          <p:spPr>
            <a:xfrm>
              <a:off x="8148281" y="4218062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5" name="Rectangle 69">
              <a:extLst>
                <a:ext uri="{FF2B5EF4-FFF2-40B4-BE49-F238E27FC236}">
                  <a16:creationId xmlns:a16="http://schemas.microsoft.com/office/drawing/2014/main" id="{9C9DF195-E6E7-51A5-05AF-B0BC3EFCBA5C}"/>
                </a:ext>
              </a:extLst>
            </p:cNvPr>
            <p:cNvSpPr txBox="1"/>
            <p:nvPr/>
          </p:nvSpPr>
          <p:spPr>
            <a:xfrm>
              <a:off x="869952" y="4647003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6" name="Text Placeholder 33">
              <a:extLst>
                <a:ext uri="{FF2B5EF4-FFF2-40B4-BE49-F238E27FC236}">
                  <a16:creationId xmlns:a16="http://schemas.microsoft.com/office/drawing/2014/main" id="{7F66519E-205D-5CE7-F204-2EEC5C805294}"/>
                </a:ext>
              </a:extLst>
            </p:cNvPr>
            <p:cNvSpPr txBox="1"/>
            <p:nvPr/>
          </p:nvSpPr>
          <p:spPr>
            <a:xfrm>
              <a:off x="3072229" y="4336854"/>
              <a:ext cx="972633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7" name="Rectangle 69">
              <a:extLst>
                <a:ext uri="{FF2B5EF4-FFF2-40B4-BE49-F238E27FC236}">
                  <a16:creationId xmlns:a16="http://schemas.microsoft.com/office/drawing/2014/main" id="{1EC03EB9-35AD-CC62-F5D3-C307FBE40922}"/>
                </a:ext>
              </a:extLst>
            </p:cNvPr>
            <p:cNvSpPr txBox="1"/>
            <p:nvPr/>
          </p:nvSpPr>
          <p:spPr>
            <a:xfrm>
              <a:off x="869952" y="2251309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8" name="Text Placeholder 33">
              <a:extLst>
                <a:ext uri="{FF2B5EF4-FFF2-40B4-BE49-F238E27FC236}">
                  <a16:creationId xmlns:a16="http://schemas.microsoft.com/office/drawing/2014/main" id="{94634D94-6222-3146-E760-0C991C5A98F6}"/>
                </a:ext>
              </a:extLst>
            </p:cNvPr>
            <p:cNvSpPr txBox="1"/>
            <p:nvPr/>
          </p:nvSpPr>
          <p:spPr>
            <a:xfrm>
              <a:off x="3072229" y="1941160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114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C0564-E39E-FD5E-660A-46E64C0F9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D850E77-9040-E84B-19D9-4FBACAC93D9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825414-3746-283F-5E98-1D21E95E146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9BB688-BFAF-A566-FFB4-64C6CCBE401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7" name="Group 1">
            <a:extLst>
              <a:ext uri="{FF2B5EF4-FFF2-40B4-BE49-F238E27FC236}">
                <a16:creationId xmlns:a16="http://schemas.microsoft.com/office/drawing/2014/main" id="{21CFE93D-D4A4-4FC4-FB8D-B23913F996FE}"/>
              </a:ext>
            </a:extLst>
          </p:cNvPr>
          <p:cNvGrpSpPr/>
          <p:nvPr/>
        </p:nvGrpSpPr>
        <p:grpSpPr>
          <a:xfrm>
            <a:off x="1760751" y="2780846"/>
            <a:ext cx="4044600" cy="1918980"/>
            <a:chOff x="0" y="0"/>
            <a:chExt cx="4044598" cy="191897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9FADF907-5B08-DB63-183A-9DD55A9B4885}"/>
                </a:ext>
              </a:extLst>
            </p:cNvPr>
            <p:cNvSpPr/>
            <p:nvPr/>
          </p:nvSpPr>
          <p:spPr>
            <a:xfrm>
              <a:off x="0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AD535896-3510-6AB5-957F-E96B8874E6C2}"/>
                </a:ext>
              </a:extLst>
            </p:cNvPr>
            <p:cNvSpPr/>
            <p:nvPr/>
          </p:nvSpPr>
          <p:spPr>
            <a:xfrm>
              <a:off x="410675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65261BA-2CA2-6E5F-474D-28F5A3EACA79}"/>
                </a:ext>
              </a:extLst>
            </p:cNvPr>
            <p:cNvSpPr/>
            <p:nvPr/>
          </p:nvSpPr>
          <p:spPr>
            <a:xfrm>
              <a:off x="8230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CECA4F80-F830-5F7B-6618-A5013C92F2EC}"/>
                </a:ext>
              </a:extLst>
            </p:cNvPr>
            <p:cNvSpPr/>
            <p:nvPr/>
          </p:nvSpPr>
          <p:spPr>
            <a:xfrm>
              <a:off x="12325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BFEE7A2F-DEBF-F56C-6707-2736337FEA42}"/>
                </a:ext>
              </a:extLst>
            </p:cNvPr>
            <p:cNvSpPr/>
            <p:nvPr/>
          </p:nvSpPr>
          <p:spPr>
            <a:xfrm>
              <a:off x="16448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5D945A4D-D0F2-B3CC-D426-09EDE87C671A}"/>
                </a:ext>
              </a:extLst>
            </p:cNvPr>
            <p:cNvSpPr/>
            <p:nvPr/>
          </p:nvSpPr>
          <p:spPr>
            <a:xfrm>
              <a:off x="20543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F9D8943A-A7AC-DE35-AEA6-15D684C49CCF}"/>
                </a:ext>
              </a:extLst>
            </p:cNvPr>
            <p:cNvSpPr/>
            <p:nvPr/>
          </p:nvSpPr>
          <p:spPr>
            <a:xfrm>
              <a:off x="2466630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D5967791-5FB9-0F9E-CA08-64B573A0C87E}"/>
                </a:ext>
              </a:extLst>
            </p:cNvPr>
            <p:cNvSpPr/>
            <p:nvPr/>
          </p:nvSpPr>
          <p:spPr>
            <a:xfrm>
              <a:off x="2876149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B0A834F1-E175-4ADB-7800-5F7C8BCC6BF6}"/>
                </a:ext>
              </a:extLst>
            </p:cNvPr>
            <p:cNvSpPr/>
            <p:nvPr/>
          </p:nvSpPr>
          <p:spPr>
            <a:xfrm>
              <a:off x="3288431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E1B7DD4C-9E82-6B9B-5D29-1BFEABE9EDFA}"/>
                </a:ext>
              </a:extLst>
            </p:cNvPr>
            <p:cNvSpPr/>
            <p:nvPr/>
          </p:nvSpPr>
          <p:spPr>
            <a:xfrm>
              <a:off x="3697951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491AEB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1CA7305C-4F4E-DBD8-25A3-9F8565FACD98}"/>
                </a:ext>
              </a:extLst>
            </p:cNvPr>
            <p:cNvSpPr/>
            <p:nvPr/>
          </p:nvSpPr>
          <p:spPr>
            <a:xfrm>
              <a:off x="0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FE1A485C-46F7-3944-7C91-650716951999}"/>
                </a:ext>
              </a:extLst>
            </p:cNvPr>
            <p:cNvSpPr/>
            <p:nvPr/>
          </p:nvSpPr>
          <p:spPr>
            <a:xfrm>
              <a:off x="410675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2E6E5DE5-D944-E2D7-AA89-EABD791D0683}"/>
                </a:ext>
              </a:extLst>
            </p:cNvPr>
            <p:cNvSpPr/>
            <p:nvPr/>
          </p:nvSpPr>
          <p:spPr>
            <a:xfrm>
              <a:off x="823027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E0B90122-4FD4-A043-D5A8-FA4EBFE77B3C}"/>
                </a:ext>
              </a:extLst>
            </p:cNvPr>
            <p:cNvSpPr/>
            <p:nvPr/>
          </p:nvSpPr>
          <p:spPr>
            <a:xfrm>
              <a:off x="1232534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CE52E974-867A-3DF2-4664-EAFBCAE62E64}"/>
                </a:ext>
              </a:extLst>
            </p:cNvPr>
            <p:cNvSpPr/>
            <p:nvPr/>
          </p:nvSpPr>
          <p:spPr>
            <a:xfrm>
              <a:off x="1644828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63DFCD72-E023-0BD7-8173-1F7D4E0F82B6}"/>
                </a:ext>
              </a:extLst>
            </p:cNvPr>
            <p:cNvSpPr/>
            <p:nvPr/>
          </p:nvSpPr>
          <p:spPr>
            <a:xfrm>
              <a:off x="2054336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61C627BC-5EA4-2212-921E-434AD51C93A3}"/>
                </a:ext>
              </a:extLst>
            </p:cNvPr>
            <p:cNvSpPr/>
            <p:nvPr/>
          </p:nvSpPr>
          <p:spPr>
            <a:xfrm>
              <a:off x="2466629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517959CF-4E41-474E-B696-540A416F6497}"/>
                </a:ext>
              </a:extLst>
            </p:cNvPr>
            <p:cNvSpPr/>
            <p:nvPr/>
          </p:nvSpPr>
          <p:spPr>
            <a:xfrm>
              <a:off x="2876149" y="1061363"/>
              <a:ext cx="346647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9A9E8FF5-1F37-6A75-7F3D-7FADECDEAED0}"/>
                </a:ext>
              </a:extLst>
            </p:cNvPr>
            <p:cNvSpPr/>
            <p:nvPr/>
          </p:nvSpPr>
          <p:spPr>
            <a:xfrm>
              <a:off x="3288431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B3E0DA7C-948F-CC95-840B-BBC69688B6D7}"/>
                </a:ext>
              </a:extLst>
            </p:cNvPr>
            <p:cNvSpPr/>
            <p:nvPr/>
          </p:nvSpPr>
          <p:spPr>
            <a:xfrm>
              <a:off x="3697950" y="1061363"/>
              <a:ext cx="346648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  <p:grpSp>
        <p:nvGrpSpPr>
          <p:cNvPr id="32" name="Group 2">
            <a:extLst>
              <a:ext uri="{FF2B5EF4-FFF2-40B4-BE49-F238E27FC236}">
                <a16:creationId xmlns:a16="http://schemas.microsoft.com/office/drawing/2014/main" id="{E87923A1-A09B-6B8B-E474-F1566B08F30D}"/>
              </a:ext>
            </a:extLst>
          </p:cNvPr>
          <p:cNvGrpSpPr/>
          <p:nvPr/>
        </p:nvGrpSpPr>
        <p:grpSpPr>
          <a:xfrm>
            <a:off x="6598203" y="2780846"/>
            <a:ext cx="3824056" cy="1823083"/>
            <a:chOff x="0" y="0"/>
            <a:chExt cx="3824055" cy="1823081"/>
          </a:xfrm>
        </p:grpSpPr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D4EC8B69-CBB2-67A1-9F1B-91A4DFE0E3EC}"/>
                </a:ext>
              </a:extLst>
            </p:cNvPr>
            <p:cNvSpPr/>
            <p:nvPr/>
          </p:nvSpPr>
          <p:spPr>
            <a:xfrm>
              <a:off x="-1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0E4F4D94-6D71-C496-1F76-B81DC8FD61EC}"/>
                </a:ext>
              </a:extLst>
            </p:cNvPr>
            <p:cNvSpPr/>
            <p:nvPr/>
          </p:nvSpPr>
          <p:spPr>
            <a:xfrm>
              <a:off x="390663" y="0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8C468284-3961-2199-6BCE-F3D68D4ED17E}"/>
                </a:ext>
              </a:extLst>
            </p:cNvPr>
            <p:cNvSpPr/>
            <p:nvPr/>
          </p:nvSpPr>
          <p:spPr>
            <a:xfrm>
              <a:off x="779852" y="0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id="{BF89B9D7-A8A3-B0DC-D289-6E9A7569F2F3}"/>
                </a:ext>
              </a:extLst>
            </p:cNvPr>
            <p:cNvSpPr/>
            <p:nvPr/>
          </p:nvSpPr>
          <p:spPr>
            <a:xfrm>
              <a:off x="1170542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B61A62DF-6EB4-93AD-D505-6699A45AC75F}"/>
                </a:ext>
              </a:extLst>
            </p:cNvPr>
            <p:cNvSpPr/>
            <p:nvPr/>
          </p:nvSpPr>
          <p:spPr>
            <a:xfrm>
              <a:off x="1559704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063ABAC3-13CC-BE4D-4031-3EE468C9359F}"/>
                </a:ext>
              </a:extLst>
            </p:cNvPr>
            <p:cNvSpPr/>
            <p:nvPr/>
          </p:nvSpPr>
          <p:spPr>
            <a:xfrm>
              <a:off x="1950395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621181CD-6AC8-7345-26A3-4AB31C7D790F}"/>
                </a:ext>
              </a:extLst>
            </p:cNvPr>
            <p:cNvSpPr/>
            <p:nvPr/>
          </p:nvSpPr>
          <p:spPr>
            <a:xfrm>
              <a:off x="2341673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AE3A1332-60F9-8B13-8F67-D866263728C4}"/>
                </a:ext>
              </a:extLst>
            </p:cNvPr>
            <p:cNvSpPr/>
            <p:nvPr/>
          </p:nvSpPr>
          <p:spPr>
            <a:xfrm>
              <a:off x="2730248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B78AB6D3-41CF-DC14-197F-DD6646832AFA}"/>
                </a:ext>
              </a:extLst>
            </p:cNvPr>
            <p:cNvSpPr/>
            <p:nvPr/>
          </p:nvSpPr>
          <p:spPr>
            <a:xfrm>
              <a:off x="3121525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4A9CF289-C7F3-F3F5-3A7A-BFFD422173EF}"/>
                </a:ext>
              </a:extLst>
            </p:cNvPr>
            <p:cNvSpPr/>
            <p:nvPr/>
          </p:nvSpPr>
          <p:spPr>
            <a:xfrm>
              <a:off x="3510101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9" name="Freeform 15">
              <a:extLst>
                <a:ext uri="{FF2B5EF4-FFF2-40B4-BE49-F238E27FC236}">
                  <a16:creationId xmlns:a16="http://schemas.microsoft.com/office/drawing/2014/main" id="{6E892441-21FE-FB0D-2241-DA34928B6F10}"/>
                </a:ext>
              </a:extLst>
            </p:cNvPr>
            <p:cNvSpPr/>
            <p:nvPr/>
          </p:nvSpPr>
          <p:spPr>
            <a:xfrm>
              <a:off x="-1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5B45B75C-FF00-F6D8-57F2-E9CB62B679E7}"/>
                </a:ext>
              </a:extLst>
            </p:cNvPr>
            <p:cNvSpPr/>
            <p:nvPr/>
          </p:nvSpPr>
          <p:spPr>
            <a:xfrm>
              <a:off x="390663" y="1008323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1" name="Freeform 17">
              <a:extLst>
                <a:ext uri="{FF2B5EF4-FFF2-40B4-BE49-F238E27FC236}">
                  <a16:creationId xmlns:a16="http://schemas.microsoft.com/office/drawing/2014/main" id="{CBB5E293-5561-73CD-2D21-D6E1C2D6BE99}"/>
                </a:ext>
              </a:extLst>
            </p:cNvPr>
            <p:cNvSpPr/>
            <p:nvPr/>
          </p:nvSpPr>
          <p:spPr>
            <a:xfrm>
              <a:off x="779852" y="1008323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2" name="Freeform 18">
              <a:extLst>
                <a:ext uri="{FF2B5EF4-FFF2-40B4-BE49-F238E27FC236}">
                  <a16:creationId xmlns:a16="http://schemas.microsoft.com/office/drawing/2014/main" id="{7C7070B9-E8AA-8956-8A59-ECBA7D5D5214}"/>
                </a:ext>
              </a:extLst>
            </p:cNvPr>
            <p:cNvSpPr/>
            <p:nvPr/>
          </p:nvSpPr>
          <p:spPr>
            <a:xfrm>
              <a:off x="1170542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EB672F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63" name="Freeform 19">
              <a:extLst>
                <a:ext uri="{FF2B5EF4-FFF2-40B4-BE49-F238E27FC236}">
                  <a16:creationId xmlns:a16="http://schemas.microsoft.com/office/drawing/2014/main" id="{93F2617D-2BBD-E475-CCF5-22C3BBDE0F6B}"/>
                </a:ext>
              </a:extLst>
            </p:cNvPr>
            <p:cNvSpPr/>
            <p:nvPr/>
          </p:nvSpPr>
          <p:spPr>
            <a:xfrm>
              <a:off x="1559704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4" name="Freeform 20">
              <a:extLst>
                <a:ext uri="{FF2B5EF4-FFF2-40B4-BE49-F238E27FC236}">
                  <a16:creationId xmlns:a16="http://schemas.microsoft.com/office/drawing/2014/main" id="{E26313C5-2D97-960F-518E-92388428F120}"/>
                </a:ext>
              </a:extLst>
            </p:cNvPr>
            <p:cNvSpPr/>
            <p:nvPr/>
          </p:nvSpPr>
          <p:spPr>
            <a:xfrm>
              <a:off x="1950394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5" name="Freeform 21">
              <a:extLst>
                <a:ext uri="{FF2B5EF4-FFF2-40B4-BE49-F238E27FC236}">
                  <a16:creationId xmlns:a16="http://schemas.microsoft.com/office/drawing/2014/main" id="{DD02F289-6FD6-0623-2CF3-7B0A91BBFEEA}"/>
                </a:ext>
              </a:extLst>
            </p:cNvPr>
            <p:cNvSpPr/>
            <p:nvPr/>
          </p:nvSpPr>
          <p:spPr>
            <a:xfrm>
              <a:off x="2341673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6" name="Freeform 22">
              <a:extLst>
                <a:ext uri="{FF2B5EF4-FFF2-40B4-BE49-F238E27FC236}">
                  <a16:creationId xmlns:a16="http://schemas.microsoft.com/office/drawing/2014/main" id="{4EB82FD4-DE94-E175-19C3-FA1CED2757DD}"/>
                </a:ext>
              </a:extLst>
            </p:cNvPr>
            <p:cNvSpPr/>
            <p:nvPr/>
          </p:nvSpPr>
          <p:spPr>
            <a:xfrm>
              <a:off x="2730248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7" name="Freeform 23">
              <a:extLst>
                <a:ext uri="{FF2B5EF4-FFF2-40B4-BE49-F238E27FC236}">
                  <a16:creationId xmlns:a16="http://schemas.microsoft.com/office/drawing/2014/main" id="{3C6005D4-3AD6-72D0-8870-24471F43ED03}"/>
                </a:ext>
              </a:extLst>
            </p:cNvPr>
            <p:cNvSpPr/>
            <p:nvPr/>
          </p:nvSpPr>
          <p:spPr>
            <a:xfrm>
              <a:off x="3121525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8" name="Freeform 24">
              <a:extLst>
                <a:ext uri="{FF2B5EF4-FFF2-40B4-BE49-F238E27FC236}">
                  <a16:creationId xmlns:a16="http://schemas.microsoft.com/office/drawing/2014/main" id="{175F91D9-4CBF-A92A-20C0-102B27D42397}"/>
                </a:ext>
              </a:extLst>
            </p:cNvPr>
            <p:cNvSpPr/>
            <p:nvPr/>
          </p:nvSpPr>
          <p:spPr>
            <a:xfrm>
              <a:off x="3510101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825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5DCB7-9147-2F63-9BEF-8E33385E1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AD0C85B-8DDB-97CD-D9D9-286CFA61D6C9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A40D94-0397-3839-0BA4-45E7019A545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E6A139-D08C-087D-3B2B-C57A7B72BB8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6818945-5745-9388-9456-F46BF592989C}"/>
              </a:ext>
            </a:extLst>
          </p:cNvPr>
          <p:cNvGrpSpPr/>
          <p:nvPr/>
        </p:nvGrpSpPr>
        <p:grpSpPr>
          <a:xfrm>
            <a:off x="1497561" y="2567126"/>
            <a:ext cx="2306695" cy="2289089"/>
            <a:chOff x="1497561" y="2567126"/>
            <a:chExt cx="2306695" cy="2289089"/>
          </a:xfrm>
        </p:grpSpPr>
        <p:sp>
          <p:nvSpPr>
            <p:cNvPr id="2" name="Oval 117">
              <a:extLst>
                <a:ext uri="{FF2B5EF4-FFF2-40B4-BE49-F238E27FC236}">
                  <a16:creationId xmlns:a16="http://schemas.microsoft.com/office/drawing/2014/main" id="{B5359EF9-9C17-9241-28E2-F1B3B1D63AF9}"/>
                </a:ext>
              </a:extLst>
            </p:cNvPr>
            <p:cNvSpPr/>
            <p:nvPr/>
          </p:nvSpPr>
          <p:spPr>
            <a:xfrm>
              <a:off x="1497561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5" name="Pie 118">
              <a:extLst>
                <a:ext uri="{FF2B5EF4-FFF2-40B4-BE49-F238E27FC236}">
                  <a16:creationId xmlns:a16="http://schemas.microsoft.com/office/drawing/2014/main" id="{5732EB76-4A69-D1EC-2496-1213358CE6D4}"/>
                </a:ext>
              </a:extLst>
            </p:cNvPr>
            <p:cNvSpPr/>
            <p:nvPr/>
          </p:nvSpPr>
          <p:spPr>
            <a:xfrm>
              <a:off x="1644748" y="2569346"/>
              <a:ext cx="215950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163" y="0"/>
                  </a:moveTo>
                  <a:cubicBezTo>
                    <a:pt x="16480" y="0"/>
                    <a:pt x="21600" y="4835"/>
                    <a:pt x="21600" y="10800"/>
                  </a:cubicBezTo>
                  <a:cubicBezTo>
                    <a:pt x="21600" y="16765"/>
                    <a:pt x="16480" y="21600"/>
                    <a:pt x="10163" y="21600"/>
                  </a:cubicBezTo>
                  <a:cubicBezTo>
                    <a:pt x="5884" y="21600"/>
                    <a:pt x="1963" y="19344"/>
                    <a:pt x="0" y="15753"/>
                  </a:cubicBezTo>
                  <a:lnTo>
                    <a:pt x="9986" y="10799"/>
                  </a:lnTo>
                  <a:close/>
                </a:path>
              </a:pathLst>
            </a:custGeom>
            <a:solidFill>
              <a:srgbClr val="491AEB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6" name="Oval 119">
              <a:extLst>
                <a:ext uri="{FF2B5EF4-FFF2-40B4-BE49-F238E27FC236}">
                  <a16:creationId xmlns:a16="http://schemas.microsoft.com/office/drawing/2014/main" id="{47E6A1CF-AA0D-6E8F-7411-3B7F2D72607F}"/>
                </a:ext>
              </a:extLst>
            </p:cNvPr>
            <p:cNvGrpSpPr/>
            <p:nvPr/>
          </p:nvGrpSpPr>
          <p:grpSpPr>
            <a:xfrm>
              <a:off x="1931406" y="3000971"/>
              <a:ext cx="1421261" cy="1421261"/>
              <a:chOff x="-1" y="-1"/>
              <a:chExt cx="1421260" cy="1421260"/>
            </a:xfrm>
          </p:grpSpPr>
          <p:sp>
            <p:nvSpPr>
              <p:cNvPr id="27" name="Circle">
                <a:extLst>
                  <a:ext uri="{FF2B5EF4-FFF2-40B4-BE49-F238E27FC236}">
                    <a16:creationId xmlns:a16="http://schemas.microsoft.com/office/drawing/2014/main" id="{EAF1CA21-FFDD-8B0B-0CB0-F23D1638F5A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28" name="70%">
                <a:extLst>
                  <a:ext uri="{FF2B5EF4-FFF2-40B4-BE49-F238E27FC236}">
                    <a16:creationId xmlns:a16="http://schemas.microsoft.com/office/drawing/2014/main" id="{A5FBAE68-B7E6-FBFA-3CD0-6C314A30DF40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70%</a:t>
                </a: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D381A2C-FAF6-36BB-B6A0-95A1E833FA44}"/>
              </a:ext>
            </a:extLst>
          </p:cNvPr>
          <p:cNvGrpSpPr/>
          <p:nvPr/>
        </p:nvGrpSpPr>
        <p:grpSpPr>
          <a:xfrm>
            <a:off x="4939203" y="2567126"/>
            <a:ext cx="2288951" cy="2288951"/>
            <a:chOff x="4939203" y="2567126"/>
            <a:chExt cx="2288951" cy="2288951"/>
          </a:xfrm>
        </p:grpSpPr>
        <p:sp>
          <p:nvSpPr>
            <p:cNvPr id="29" name="Oval 123">
              <a:extLst>
                <a:ext uri="{FF2B5EF4-FFF2-40B4-BE49-F238E27FC236}">
                  <a16:creationId xmlns:a16="http://schemas.microsoft.com/office/drawing/2014/main" id="{58F0E09F-03AB-C5B1-1D2D-6C1042290F52}"/>
                </a:ext>
              </a:extLst>
            </p:cNvPr>
            <p:cNvSpPr/>
            <p:nvPr/>
          </p:nvSpPr>
          <p:spPr>
            <a:xfrm>
              <a:off x="4939203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0" name="Pie 124">
              <a:extLst>
                <a:ext uri="{FF2B5EF4-FFF2-40B4-BE49-F238E27FC236}">
                  <a16:creationId xmlns:a16="http://schemas.microsoft.com/office/drawing/2014/main" id="{159FC891-58E3-6BFC-4E52-6BD3510FB9D2}"/>
                </a:ext>
              </a:extLst>
            </p:cNvPr>
            <p:cNvSpPr/>
            <p:nvPr/>
          </p:nvSpPr>
          <p:spPr>
            <a:xfrm>
              <a:off x="6084719" y="2569346"/>
              <a:ext cx="1106417" cy="11432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6" y="0"/>
                  </a:moveTo>
                  <a:cubicBezTo>
                    <a:pt x="10045" y="0"/>
                    <a:pt x="18634" y="6061"/>
                    <a:pt x="21600" y="14997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34" name="Oval 125">
              <a:extLst>
                <a:ext uri="{FF2B5EF4-FFF2-40B4-BE49-F238E27FC236}">
                  <a16:creationId xmlns:a16="http://schemas.microsoft.com/office/drawing/2014/main" id="{A35B6A5B-A19D-D1AB-D7C8-3A5CA17796E3}"/>
                </a:ext>
              </a:extLst>
            </p:cNvPr>
            <p:cNvGrpSpPr/>
            <p:nvPr/>
          </p:nvGrpSpPr>
          <p:grpSpPr>
            <a:xfrm>
              <a:off x="5373048" y="3000971"/>
              <a:ext cx="1421261" cy="1421261"/>
              <a:chOff x="-1" y="-1"/>
              <a:chExt cx="1421260" cy="1421260"/>
            </a:xfrm>
          </p:grpSpPr>
          <p:sp>
            <p:nvSpPr>
              <p:cNvPr id="36" name="Circle">
                <a:extLst>
                  <a:ext uri="{FF2B5EF4-FFF2-40B4-BE49-F238E27FC236}">
                    <a16:creationId xmlns:a16="http://schemas.microsoft.com/office/drawing/2014/main" id="{4470500D-0117-9B75-E9E9-1D84E8900969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37" name="40%">
                <a:extLst>
                  <a:ext uri="{FF2B5EF4-FFF2-40B4-BE49-F238E27FC236}">
                    <a16:creationId xmlns:a16="http://schemas.microsoft.com/office/drawing/2014/main" id="{69C16C9C-03E3-595B-C0A4-5AD9305FE4B9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40%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BA4AF1F-AC81-9C3E-C358-4CE11537E8EA}"/>
              </a:ext>
            </a:extLst>
          </p:cNvPr>
          <p:cNvGrpSpPr/>
          <p:nvPr/>
        </p:nvGrpSpPr>
        <p:grpSpPr>
          <a:xfrm>
            <a:off x="8446332" y="2567126"/>
            <a:ext cx="2306694" cy="2289089"/>
            <a:chOff x="8446332" y="2567126"/>
            <a:chExt cx="2306694" cy="2289089"/>
          </a:xfrm>
        </p:grpSpPr>
        <p:sp>
          <p:nvSpPr>
            <p:cNvPr id="38" name="Oval 129">
              <a:extLst>
                <a:ext uri="{FF2B5EF4-FFF2-40B4-BE49-F238E27FC236}">
                  <a16:creationId xmlns:a16="http://schemas.microsoft.com/office/drawing/2014/main" id="{3C402B01-336F-3B6D-858C-9CE145C517C0}"/>
                </a:ext>
              </a:extLst>
            </p:cNvPr>
            <p:cNvSpPr/>
            <p:nvPr/>
          </p:nvSpPr>
          <p:spPr>
            <a:xfrm>
              <a:off x="8446332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9" name="Pie 130">
              <a:extLst>
                <a:ext uri="{FF2B5EF4-FFF2-40B4-BE49-F238E27FC236}">
                  <a16:creationId xmlns:a16="http://schemas.microsoft.com/office/drawing/2014/main" id="{6EB72042-F0C4-458D-2D0F-A69A3AC2F690}"/>
                </a:ext>
              </a:extLst>
            </p:cNvPr>
            <p:cNvSpPr/>
            <p:nvPr/>
          </p:nvSpPr>
          <p:spPr>
            <a:xfrm>
              <a:off x="8877748" y="2569346"/>
              <a:ext cx="187527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30" y="0"/>
                  </a:moveTo>
                  <a:cubicBezTo>
                    <a:pt x="15703" y="0"/>
                    <a:pt x="21600" y="4835"/>
                    <a:pt x="21600" y="10800"/>
                  </a:cubicBezTo>
                  <a:cubicBezTo>
                    <a:pt x="21600" y="16765"/>
                    <a:pt x="15703" y="21600"/>
                    <a:pt x="8430" y="21600"/>
                  </a:cubicBezTo>
                  <a:cubicBezTo>
                    <a:pt x="5349" y="21600"/>
                    <a:pt x="2367" y="20715"/>
                    <a:pt x="0" y="19098"/>
                  </a:cubicBezTo>
                  <a:lnTo>
                    <a:pt x="8225" y="10799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40" name="Oval 131">
              <a:extLst>
                <a:ext uri="{FF2B5EF4-FFF2-40B4-BE49-F238E27FC236}">
                  <a16:creationId xmlns:a16="http://schemas.microsoft.com/office/drawing/2014/main" id="{2B32F533-8C0C-711E-5E56-FF8821E86D5C}"/>
                </a:ext>
              </a:extLst>
            </p:cNvPr>
            <p:cNvGrpSpPr/>
            <p:nvPr/>
          </p:nvGrpSpPr>
          <p:grpSpPr>
            <a:xfrm>
              <a:off x="8880177" y="3000971"/>
              <a:ext cx="1421261" cy="1421261"/>
              <a:chOff x="-1" y="-1"/>
              <a:chExt cx="1421260" cy="1421260"/>
            </a:xfrm>
          </p:grpSpPr>
          <p:sp>
            <p:nvSpPr>
              <p:cNvPr id="41" name="Circle">
                <a:extLst>
                  <a:ext uri="{FF2B5EF4-FFF2-40B4-BE49-F238E27FC236}">
                    <a16:creationId xmlns:a16="http://schemas.microsoft.com/office/drawing/2014/main" id="{E6FEE505-1586-DE44-A51A-EE63A5B7734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100">
                    <a:solidFill>
                      <a:srgbClr val="3F3F3F"/>
                    </a:solidFill>
                    <a:latin typeface="Roboto Bold"/>
                    <a:ea typeface="Roboto Bold"/>
                    <a:cs typeface="Roboto Bold"/>
                    <a:sym typeface="Roboto Bold"/>
                  </a:defRPr>
                </a:pPr>
                <a:endParaRPr kumimoji="0" sz="2100" b="0" i="0" u="none" strike="noStrike" kern="0" cap="none" spc="0" normalizeH="0" baseline="0" noProof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Roboto Bold"/>
                  <a:sym typeface="Roboto Bold"/>
                </a:endParaRPr>
              </a:p>
            </p:txBody>
          </p:sp>
          <p:sp>
            <p:nvSpPr>
              <p:cNvPr id="42" name="60%">
                <a:extLst>
                  <a:ext uri="{FF2B5EF4-FFF2-40B4-BE49-F238E27FC236}">
                    <a16:creationId xmlns:a16="http://schemas.microsoft.com/office/drawing/2014/main" id="{795BB6FB-3109-C3CC-239D-EEE45316DE1F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60%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03708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33746-8A19-55B9-5020-93D8E57B9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51436AA-49EF-6EE1-637E-5E53E142903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90BC1E-27F8-7DEE-7953-222E362CFC0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96F0CD-7822-D0DF-B926-5BE8B93F821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7" name="Frame 48099007-1.png" descr="Frame 48099007-1.png">
            <a:extLst>
              <a:ext uri="{FF2B5EF4-FFF2-40B4-BE49-F238E27FC236}">
                <a16:creationId xmlns:a16="http://schemas.microsoft.com/office/drawing/2014/main" id="{D7720468-3FE8-6269-1130-130CFAA2B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409" y="2239232"/>
            <a:ext cx="3994614" cy="2811336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Frame 48099007.png" descr="Frame 48099007.png">
            <a:extLst>
              <a:ext uri="{FF2B5EF4-FFF2-40B4-BE49-F238E27FC236}">
                <a16:creationId xmlns:a16="http://schemas.microsoft.com/office/drawing/2014/main" id="{87074A32-286A-2AB1-95FA-1C4DA51C9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873" y="2239232"/>
            <a:ext cx="5614278" cy="281133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5488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iMocha Palette 2024">
      <a:dk1>
        <a:srgbClr val="000000"/>
      </a:dk1>
      <a:lt1>
        <a:srgbClr val="FFFFFF"/>
      </a:lt1>
      <a:dk2>
        <a:srgbClr val="504C5B"/>
      </a:dk2>
      <a:lt2>
        <a:srgbClr val="E8E8E8"/>
      </a:lt2>
      <a:accent1>
        <a:srgbClr val="E74302"/>
      </a:accent1>
      <a:accent2>
        <a:srgbClr val="3F11C5"/>
      </a:accent2>
      <a:accent3>
        <a:srgbClr val="C5FEDB"/>
      </a:accent3>
      <a:accent4>
        <a:srgbClr val="FB784B"/>
      </a:accent4>
      <a:accent5>
        <a:srgbClr val="210032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iMocha">
    <a:dk1>
      <a:srgbClr val="000000"/>
    </a:dk1>
    <a:lt1>
      <a:srgbClr val="FFFFFF"/>
    </a:lt1>
    <a:dk2>
      <a:srgbClr val="44546A"/>
    </a:dk2>
    <a:lt2>
      <a:srgbClr val="E7E6E6"/>
    </a:lt2>
    <a:accent1>
      <a:srgbClr val="FD5B0E"/>
    </a:accent1>
    <a:accent2>
      <a:srgbClr val="491AEB"/>
    </a:accent2>
    <a:accent3>
      <a:srgbClr val="220032"/>
    </a:accent3>
    <a:accent4>
      <a:srgbClr val="C84710"/>
    </a:accent4>
    <a:accent5>
      <a:srgbClr val="504D5B"/>
    </a:accent5>
    <a:accent6>
      <a:srgbClr val="FB794B"/>
    </a:accent6>
    <a:hlink>
      <a:srgbClr val="FD5B0E"/>
    </a:hlink>
    <a:folHlink>
      <a:srgbClr val="491AEB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1FDBD2D9AF45409AA51A0638AF9B05" ma:contentTypeVersion="11" ma:contentTypeDescription="Create a new document." ma:contentTypeScope="" ma:versionID="e3c04ab53705b8ae95ddba0d88a3b4da">
  <xsd:schema xmlns:xsd="http://www.w3.org/2001/XMLSchema" xmlns:xs="http://www.w3.org/2001/XMLSchema" xmlns:p="http://schemas.microsoft.com/office/2006/metadata/properties" xmlns:ns2="db10af28-428a-407a-b33c-20f3d96e60ee" xmlns:ns3="2968be34-5e79-4a95-9348-aba51868fd5c" targetNamespace="http://schemas.microsoft.com/office/2006/metadata/properties" ma:root="true" ma:fieldsID="e62334684b59fd7b625e1c6257eb5bf6" ns2:_="" ns3:_="">
    <xsd:import namespace="db10af28-428a-407a-b33c-20f3d96e60ee"/>
    <xsd:import namespace="2968be34-5e79-4a95-9348-aba51868fd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10af28-428a-407a-b33c-20f3d96e60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c560210-05d9-4cb9-a646-2e275d060a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8be34-5e79-4a95-9348-aba51868fd5c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a69e333-9550-49fe-8d52-f31675a2b6a6}" ma:internalName="TaxCatchAll" ma:showField="CatchAllData" ma:web="2968be34-5e79-4a95-9348-aba51868fd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968be34-5e79-4a95-9348-aba51868fd5c" xsi:nil="true"/>
    <lcf76f155ced4ddcb4097134ff3c332f xmlns="db10af28-428a-407a-b33c-20f3d96e60e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3E7BF2B-BF3E-4E76-84DF-6CF54E56BE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10af28-428a-407a-b33c-20f3d96e60ee"/>
    <ds:schemaRef ds:uri="2968be34-5e79-4a95-9348-aba51868fd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E8F0D8E-7770-4150-9F3D-5771C47AF0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BD02FD-1C26-4391-BC4D-22F7D84C7644}">
  <ds:schemaRefs>
    <ds:schemaRef ds:uri="http://schemas.microsoft.com/office/2006/metadata/properties"/>
    <ds:schemaRef ds:uri="http://schemas.microsoft.com/office/infopath/2007/PartnerControls"/>
    <ds:schemaRef ds:uri="2968be34-5e79-4a95-9348-aba51868fd5c"/>
    <ds:schemaRef ds:uri="db10af28-428a-407a-b33c-20f3d96e60e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3619</Words>
  <Application>Microsoft Office PowerPoint</Application>
  <PresentationFormat>Widescreen</PresentationFormat>
  <Paragraphs>689</Paragraphs>
  <Slides>110</Slides>
  <Notes>12</Notes>
  <HiddenSlides>6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Nilesh Nighojkar</dc:creator>
  <cp:lastModifiedBy>Sharvari Umasare</cp:lastModifiedBy>
  <cp:revision>14</cp:revision>
  <dcterms:created xsi:type="dcterms:W3CDTF">2024-04-15T06:14:20Z</dcterms:created>
  <dcterms:modified xsi:type="dcterms:W3CDTF">2026-06-08T09:47:48Z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0x010100551FDBD2D9AF45409AA51A0638AF9B05</vt:lpwstr>
  </property>
</Properties>
</file>